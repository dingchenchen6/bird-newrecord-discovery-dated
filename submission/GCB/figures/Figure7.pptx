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5842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18520"/>
            <a:ext cx="7406280" cy="91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282680"/>
            <a:ext cx="7406280" cy="317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5842080"/>
          </a:xfrm>
          <a:custGeom>
            <a:avLst/>
            <a:gdLst/>
            <a:ahLst/>
            <a:rect l="0" t="0" r="r" b="b"/>
            <a:pathLst>
              <a:path w="22861" h="16228">
                <a:moveTo>
                  <a:pt x="0" y="0"/>
                </a:moveTo>
                <a:lnTo>
                  <a:pt x="22861" y="0"/>
                </a:lnTo>
                <a:lnTo>
                  <a:pt x="22861" y="16228"/>
                </a:lnTo>
                <a:lnTo>
                  <a:pt x="0" y="162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5842080"/>
          </a:xfrm>
          <a:custGeom>
            <a:avLst/>
            <a:gdLst/>
            <a:ahLst/>
            <a:rect l="0" t="0" r="r" b="b"/>
            <a:pathLst>
              <a:path w="22861" h="16228">
                <a:moveTo>
                  <a:pt x="0" y="0"/>
                </a:moveTo>
                <a:lnTo>
                  <a:pt x="22861" y="0"/>
                </a:lnTo>
                <a:lnTo>
                  <a:pt x="22861" y="16228"/>
                </a:lnTo>
                <a:lnTo>
                  <a:pt x="0" y="162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2861640"/>
            <a:ext cx="8090640" cy="2910960"/>
          </a:xfrm>
          <a:custGeom>
            <a:avLst/>
            <a:gdLst/>
            <a:ahLst/>
            <a:rect l="0" t="0" r="r" b="b"/>
            <a:pathLst>
              <a:path w="22474" h="8086">
                <a:moveTo>
                  <a:pt x="0" y="0"/>
                </a:moveTo>
                <a:lnTo>
                  <a:pt x="22474" y="0"/>
                </a:lnTo>
                <a:lnTo>
                  <a:pt x="22474" y="8086"/>
                </a:lnTo>
                <a:lnTo>
                  <a:pt x="0" y="8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3686760" cy="2792520"/>
          </a:xfrm>
          <a:custGeom>
            <a:avLst/>
            <a:gdLst/>
            <a:ahLst/>
            <a:rect l="0" t="0" r="r" b="b"/>
            <a:pathLst>
              <a:path w="10241" h="7757">
                <a:moveTo>
                  <a:pt x="0" y="0"/>
                </a:moveTo>
                <a:lnTo>
                  <a:pt x="10241" y="0"/>
                </a:lnTo>
                <a:lnTo>
                  <a:pt x="10241" y="7757"/>
                </a:lnTo>
                <a:lnTo>
                  <a:pt x="0" y="7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755880" y="69480"/>
            <a:ext cx="4404240" cy="2792520"/>
          </a:xfrm>
          <a:custGeom>
            <a:avLst/>
            <a:gdLst/>
            <a:ahLst/>
            <a:rect l="0" t="0" r="r" b="b"/>
            <a:pathLst>
              <a:path w="12234" h="7757">
                <a:moveTo>
                  <a:pt x="0" y="0"/>
                </a:moveTo>
                <a:lnTo>
                  <a:pt x="12234" y="0"/>
                </a:lnTo>
                <a:lnTo>
                  <a:pt x="12234" y="7757"/>
                </a:lnTo>
                <a:lnTo>
                  <a:pt x="0" y="7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716400" y="1070640"/>
            <a:ext cx="2938680" cy="1385640"/>
          </a:xfrm>
          <a:custGeom>
            <a:avLst/>
            <a:gdLst/>
            <a:ahLst/>
            <a:rect l="0" t="0" r="r" b="b"/>
            <a:pathLst>
              <a:path w="8163" h="3849">
                <a:moveTo>
                  <a:pt x="0" y="0"/>
                </a:moveTo>
                <a:lnTo>
                  <a:pt x="8163" y="0"/>
                </a:lnTo>
                <a:lnTo>
                  <a:pt x="8163" y="3849"/>
                </a:lnTo>
                <a:lnTo>
                  <a:pt x="0" y="3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716400" y="2338920"/>
            <a:ext cx="29383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16400" y="1949760"/>
            <a:ext cx="29383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716400" y="1523880"/>
            <a:ext cx="29383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716400" y="1135080"/>
            <a:ext cx="29383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017080" y="2186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017080" y="2186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992600" y="2130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992600" y="2130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032560" y="2124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032560" y="2124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204640" y="1932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204640" y="1932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194200" y="18277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194200" y="18277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371680" y="1994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371680" y="1994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413080" y="186084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413080" y="186084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3"/>
                </a:moveTo>
                <a:cubicBezTo>
                  <a:pt x="83" y="98"/>
                  <a:pt x="0" y="98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402280" y="2093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402280" y="2093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492640" y="1716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492640" y="1716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498040" y="1893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498040" y="1893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591640" y="1729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591640" y="1729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596320" y="1729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596320" y="1729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454120" y="1889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454120" y="1889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480760" y="175500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480760" y="175500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3"/>
                </a:moveTo>
                <a:cubicBezTo>
                  <a:pt x="83" y="99"/>
                  <a:pt x="0" y="99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525400" y="175104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525400" y="175104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637720" y="1557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637720" y="1557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683440" y="1809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683440" y="1809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658240" y="16675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658240" y="16675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669760" y="1803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69760" y="1803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723400" y="1680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723400" y="1680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797920" y="1784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97920" y="1784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937600" y="1960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937600" y="1960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572120" y="2136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572120" y="2136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343520" y="2163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343520" y="2163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220760" y="2166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220760" y="2166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133640" y="22255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133640" y="22255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432800" y="2251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432800" y="2251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444680" y="2051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444680" y="2051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551240" y="2170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551240" y="2170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323000" y="2311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323000" y="2311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575000" y="20354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575000" y="20354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410120" y="22201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410120" y="22201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164960" y="20959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164960" y="20959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398600" y="2229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398600" y="2229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458000" y="2082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458000" y="2082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654200" y="1968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654200" y="1968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681560" y="2029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681560" y="2029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883160" y="2014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883160" y="2014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829520" y="1832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829520" y="1832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888920" y="185040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888920" y="185040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849320" y="20545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849320" y="20545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2036160" y="1944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036160" y="1944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230560" y="1807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230560" y="1807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363040" y="1961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363040" y="1961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632320" y="1855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632320" y="1855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983160" y="2147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983160" y="2147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358280" y="2049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358280" y="2049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292760" y="20156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292760" y="20156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083960" y="2102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083960" y="2102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35200" y="2179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35200" y="2179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397160" y="2018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397160" y="2018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251000" y="2045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251000" y="2045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888840" y="2282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88840" y="2282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68560" y="2139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168560" y="2139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031040" y="2203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031040" y="2203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283760" y="2073240"/>
            <a:ext cx="30600" cy="29880"/>
          </a:xfrm>
          <a:custGeom>
            <a:avLst/>
            <a:gdLst/>
            <a:ahLst/>
            <a:rect l="0" t="0" r="r" b="b"/>
            <a:pathLst>
              <a:path w="85" h="83">
                <a:moveTo>
                  <a:pt x="0" y="42"/>
                </a:moveTo>
                <a:cubicBezTo>
                  <a:pt x="0" y="-14"/>
                  <a:pt x="85" y="-14"/>
                  <a:pt x="85" y="42"/>
                </a:cubicBezTo>
                <a:cubicBezTo>
                  <a:pt x="85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283760" y="2073240"/>
            <a:ext cx="30600" cy="29880"/>
          </a:xfrm>
          <a:custGeom>
            <a:avLst/>
            <a:gdLst/>
            <a:ahLst/>
            <a:rect l="0" t="0" r="r" b="b"/>
            <a:pathLst>
              <a:path fill="none" w="85" h="83">
                <a:moveTo>
                  <a:pt x="85" y="42"/>
                </a:moveTo>
                <a:cubicBezTo>
                  <a:pt x="85" y="97"/>
                  <a:pt x="0" y="97"/>
                  <a:pt x="0" y="42"/>
                </a:cubicBezTo>
                <a:cubicBezTo>
                  <a:pt x="0" y="-14"/>
                  <a:pt x="85" y="-14"/>
                  <a:pt x="85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451160" y="195192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451160" y="195192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472040" y="2015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472040" y="2015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584720" y="1816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584720" y="1816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612080" y="18478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612080" y="18478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754280" y="1922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754280" y="1922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893240" y="1906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893240" y="1906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940400" y="18795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940400" y="18795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912680" y="2069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912680" y="2069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072880" y="190224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072880" y="190224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3"/>
                </a:moveTo>
                <a:cubicBezTo>
                  <a:pt x="83" y="99"/>
                  <a:pt x="0" y="99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172240" y="1909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172240" y="1909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367720" y="1895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367720" y="1895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550240" y="2010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550240" y="2010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084760" y="20833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084760" y="20833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099160" y="2127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099160" y="2127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974960" y="21592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974960" y="21592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157840" y="2052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157840" y="2052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374200" y="2075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374200" y="2075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081160" y="2003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081160" y="2003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413800" y="202860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413800" y="202860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372760" y="2030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372760" y="2030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631240" y="18766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631240" y="18766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603880" y="1775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603880" y="1775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651040" y="1844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651040" y="1844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634840" y="17557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634840" y="17557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629080" y="1748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629080" y="1748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643120" y="1665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643120" y="1665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707200" y="1675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707200" y="1675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740320" y="17409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740320" y="17409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807640" y="1797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807640" y="1797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746440" y="16660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746440" y="16660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725200" y="1527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725200" y="1527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823480" y="1582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823480" y="1582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959560" y="1815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959560" y="1815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075480" y="18482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075480" y="18482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408320" y="2156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408320" y="2156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350360" y="2192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350360" y="2192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111680" y="2064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111680" y="2064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239120" y="2246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239120" y="2246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265760" y="21420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265760" y="21420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308960" y="2058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308960" y="2058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206000" y="2046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206000" y="2046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387440" y="1999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387440" y="1999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65120" y="2032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365120" y="2032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072800" y="2180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072800" y="2180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247040" y="21060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247040" y="21060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488240" y="1811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488240" y="1811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635120" y="1796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635120" y="1796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641600" y="1786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641600" y="1786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799280" y="2085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799280" y="2085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866960" y="1942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866960" y="1942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068560" y="2042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068560" y="2042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194200" y="1947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194200" y="1947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180160" y="1959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180160" y="1959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314800" y="2000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314800" y="2000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435400" y="1832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435400" y="1832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613600" y="2037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613600" y="2037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776960" y="21279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776960" y="21279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774080" y="2097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774080" y="2097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761840" y="1913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761840" y="1913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900440" y="1918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900440" y="1918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592280" y="2141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92280" y="2141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613880" y="2288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613880" y="2288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569240" y="2283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569240" y="2283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425600" y="2187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425600" y="2187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777680" y="20811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777680" y="20811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714320" y="2072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714320" y="2072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698120" y="2139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698120" y="2139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803960" y="1766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803960" y="1766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117520" y="19303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117520" y="19303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107440" y="17899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107440" y="17899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985400" y="1982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985400" y="1982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134440" y="19029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134440" y="19029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278080" y="19972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278080" y="19972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372760" y="212400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372760" y="212400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311560" y="1960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311560" y="1960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583720" y="2043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583720" y="2043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597400" y="2009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597400" y="2009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837520" y="2100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837520" y="2100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074400" y="1859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074400" y="1859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624320" y="2189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624320" y="2189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883520" y="1954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883520" y="1954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717920" y="2121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717920" y="2121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601640" y="2378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601640" y="2378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015640" y="2039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015640" y="2039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267200" y="2219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267200" y="2219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500840" y="2374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500840" y="2374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44440" y="2244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144440" y="2244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805760" y="2154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805760" y="2154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297800" y="2268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297800" y="2268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894320" y="2005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894320" y="2005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010240" y="2029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010240" y="2029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994040" y="1829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994040" y="1829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972800" y="174672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972800" y="174672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2367720" y="1879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367720" y="1879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400840" y="181008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400840" y="181008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2"/>
                </a:moveTo>
                <a:cubicBezTo>
                  <a:pt x="83" y="99"/>
                  <a:pt x="0" y="99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424240" y="1875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424240" y="1875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400120" y="1956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400120" y="1956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559960" y="21146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559960" y="21146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721960" y="17139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721960" y="17139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028680" y="19576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3028680" y="19576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596960" y="20473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596960" y="20473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820520" y="2233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820520" y="2233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905480" y="1998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905480" y="1998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881720" y="2010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881720" y="2010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938960" y="2046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938960" y="2046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877400" y="2021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877400" y="2021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451880" y="2091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451880" y="2091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752480" y="2100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752480" y="2100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784160" y="2036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784160" y="2036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085400" y="2189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85400" y="2189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719720" y="21322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719720" y="21322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1725840" y="1973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725840" y="1973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686600" y="21214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686600" y="21214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690560" y="2230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690560" y="2230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835640" y="19378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835640" y="19378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990440" y="1867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990440" y="1867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2085120" y="1761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085120" y="1761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007360" y="2099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007360" y="2099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048400" y="1870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2048400" y="1870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403000" y="1852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403000" y="1852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537280" y="1930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537280" y="1930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683080" y="1963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683080" y="1963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959920" y="197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959920" y="197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751760" y="1934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751760" y="1934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461960" y="21783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461960" y="21783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629000" y="1914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629000" y="1914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779840" y="2042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779840" y="2042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669680" y="1909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669680" y="1909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1826280" y="19609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826280" y="19609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845720" y="1644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845720" y="1644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771200" y="1963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771200" y="1963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922040" y="1775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922040" y="1775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843920" y="165060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843920" y="165060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750320" y="1676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750320" y="1676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755000" y="1692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755000" y="1692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760040" y="20815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760040" y="20815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702800" y="1688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702800" y="1688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777680" y="1897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777680" y="1897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938600" y="1900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938600" y="1900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013840" y="1955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013840" y="1955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081160" y="17233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081160" y="17233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996920" y="1843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996920" y="1843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088000" y="17841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088000" y="17841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032200" y="1562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032200" y="1562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249640" y="1931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249640" y="1931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378520" y="1960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378520" y="1960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347560" y="1941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347560" y="1941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257920" y="206028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1"/>
                </a:moveTo>
                <a:cubicBezTo>
                  <a:pt x="0" y="-14"/>
                  <a:pt x="85" y="-14"/>
                  <a:pt x="85" y="41"/>
                </a:cubicBezTo>
                <a:cubicBezTo>
                  <a:pt x="85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257920" y="206028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1"/>
                </a:moveTo>
                <a:cubicBezTo>
                  <a:pt x="85" y="98"/>
                  <a:pt x="0" y="98"/>
                  <a:pt x="0" y="41"/>
                </a:cubicBezTo>
                <a:cubicBezTo>
                  <a:pt x="0" y="-14"/>
                  <a:pt x="85" y="-14"/>
                  <a:pt x="85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224800" y="2118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224800" y="2118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960920" y="1857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960920" y="1857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954800" y="2088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954800" y="2088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022120" y="1999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022120" y="1999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131560" y="1844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131560" y="1844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743120" y="17722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743120" y="17722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796400" y="2310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796400" y="2310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915920" y="2185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915920" y="2185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868400" y="2241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868400" y="2241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387800" y="2276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387800" y="2276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297160" y="1968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297160" y="1968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154240" y="2126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154240" y="2126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977120" y="2081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977120" y="2081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990800" y="21344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990800" y="21344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167560" y="2021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167560" y="2021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710000" y="2307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710000" y="2307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155320" y="1910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155320" y="1910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176200" y="193788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176200" y="193788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3"/>
                </a:moveTo>
                <a:cubicBezTo>
                  <a:pt x="83" y="99"/>
                  <a:pt x="0" y="99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468160" y="1955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468160" y="1955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933640" y="1900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933640" y="1900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765440" y="2179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1765440" y="2179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753200" y="2142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753200" y="2142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970640" y="2103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970640" y="2103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953360" y="207072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953360" y="207072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3"/>
                </a:moveTo>
                <a:cubicBezTo>
                  <a:pt x="83" y="98"/>
                  <a:pt x="0" y="98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2134080" y="2026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2134080" y="2026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2305080" y="194760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2305080" y="194760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475000" y="1751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475000" y="1751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449800" y="18284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2449800" y="18284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2525040" y="1689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2525040" y="1689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583000" y="1612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583000" y="1612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2597760" y="1731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2597760" y="1731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2604240" y="1745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604240" y="1745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658960" y="1622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2658960" y="1622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619000" y="1668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619000" y="1668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661120" y="13680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661120" y="13680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679840" y="1576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679840" y="1576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754720" y="1901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754720" y="1901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751840" y="16264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751840" y="16264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735280" y="1869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735280" y="1869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755800" y="1686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755800" y="1686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2755440" y="1607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755440" y="1607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2784600" y="17582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2784600" y="17582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832480" y="21711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832480" y="21711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879920" y="2091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1879920" y="2091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620000" y="2133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620000" y="2133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818720" y="2120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818720" y="2120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040480" y="2052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040480" y="2052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139120" y="20188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139120" y="20188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2193120" y="1873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2193120" y="1873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2163600" y="2121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2163600" y="2121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2243160" y="1965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2243160" y="1965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2321280" y="1733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321280" y="1733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309040" y="1741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309040" y="1741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2360160" y="1811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360160" y="1811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315880" y="1756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315880" y="1756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377440" y="1892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377440" y="1892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413080" y="1883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413080" y="1883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424960" y="1693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424960" y="1693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453760" y="171612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453760" y="171612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431800" y="1591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431800" y="1591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434680" y="1783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434680" y="1783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584800" y="1801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584800" y="1801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663640" y="19922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663640" y="19922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750040" y="1969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750040" y="1969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902320" y="2161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902320" y="2161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481120" y="20530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481120" y="20530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290320" y="2063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290320" y="2063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319120" y="2059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319120" y="2059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172960" y="2085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172960" y="2085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246400" y="2267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246400" y="2267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243880" y="2189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243880" y="2189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393640" y="207756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393640" y="207756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612880" y="1911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612880" y="1911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732760" y="1752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732760" y="1752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459160" y="1920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459160" y="1920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2634840" y="1834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634840" y="1834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594880" y="1940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594880" y="1940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592360" y="19713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592360" y="19713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743200" y="1796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743200" y="1796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767680" y="1931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767680" y="1931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802240" y="1810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802240" y="1810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874960" y="188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874960" y="188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897280" y="1740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897280" y="1740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841840" y="1664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841840" y="1664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083040" y="1675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083040" y="1675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243600" y="1693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243600" y="1693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3317400" y="1955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317400" y="1955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506400" y="2045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3506400" y="2045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961640" y="2212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961640" y="2212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806480" y="2093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806480" y="2093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969200" y="2235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969200" y="2235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979280" y="2207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979280" y="2207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047680" y="2217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047680" y="2217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2182320" y="1870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182320" y="1870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2284200" y="1984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284200" y="1984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2274840" y="1843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274840" y="1843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388240" y="18903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388240" y="18903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449800" y="1926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449800" y="1926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461680" y="1710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461680" y="1710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472480" y="1718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472480" y="1718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539440" y="1768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539440" y="1768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549160" y="183708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549160" y="183708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3"/>
                </a:moveTo>
                <a:cubicBezTo>
                  <a:pt x="83" y="98"/>
                  <a:pt x="0" y="98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546640" y="183024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546640" y="183024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577240" y="168408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577240" y="168408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665360" y="20206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665360" y="20206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600200" y="2067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600200" y="2067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744560" y="1888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744560" y="1888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738440" y="2273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738440" y="2273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846440" y="21614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846440" y="21614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904400" y="1973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904400" y="1973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053440" y="2045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053440" y="2045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120760" y="1937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120760" y="1937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121840" y="19087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121840" y="19087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012400" y="19382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012400" y="19382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201040" y="1834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201040" y="1834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238120" y="1869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238120" y="1869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328840" y="1776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328840" y="1776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331000" y="1803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331000" y="1803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374920" y="1676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374920" y="1676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435400" y="1777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435400" y="1777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517480" y="18694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517480" y="18694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546640" y="1715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546640" y="1715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494440" y="18158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494440" y="18158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594880" y="1687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594880" y="1687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611440" y="1738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611440" y="1738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809080" y="2087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2809080" y="2087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926440" y="19299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926440" y="19299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2032560" y="1983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2032560" y="1983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143080" y="2023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143080" y="2023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136960" y="1977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2136960" y="1977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075040" y="2054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075040" y="2054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913760" y="2084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913760" y="2084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177280" y="18601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2177280" y="18601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032920" y="1811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2032920" y="1811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967760" y="1908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1967760" y="1908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825200" y="18709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825200" y="18709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1868040" y="20707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868040" y="20707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602720" y="206460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1602720" y="206460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462320" y="2196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1462320" y="2196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1735200" y="2179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735200" y="2179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711080" y="1924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711080" y="1924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764360" y="2082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764360" y="2082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867680" y="2057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867680" y="2057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2026080" y="2006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2026080" y="2006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994400" y="1671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994400" y="1671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535400" y="2053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535400" y="2053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2266560" y="1739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266560" y="1739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979280" y="1876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979280" y="1876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488680" y="1684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488680" y="1684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743200" y="1945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743200" y="1945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031840" y="202608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031840" y="202608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2"/>
                </a:moveTo>
                <a:cubicBezTo>
                  <a:pt x="83" y="99"/>
                  <a:pt x="0" y="99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120400" y="202896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120400" y="202896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1"/>
                </a:moveTo>
                <a:cubicBezTo>
                  <a:pt x="83" y="98"/>
                  <a:pt x="0" y="98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1842480" y="2188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842480" y="2188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2039400" y="2080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2039400" y="2080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280600" y="1846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280600" y="1846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238480" y="2044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238480" y="2044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2097360" y="1859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097360" y="1859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135160" y="1751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2135160" y="1751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2149560" y="1551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149560" y="1551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133720" y="1836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133720" y="1836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155680" y="2052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155680" y="2052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316240" y="1731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2316240" y="1731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2241720" y="1953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2241720" y="1953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2220840" y="1804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220840" y="1804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309760" y="19760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309760" y="19760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232360" y="1765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2232360" y="1765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268000" y="18716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2268000" y="18716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464560" y="181404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2"/>
                </a:moveTo>
                <a:cubicBezTo>
                  <a:pt x="0" y="-14"/>
                  <a:pt x="85" y="-14"/>
                  <a:pt x="85" y="42"/>
                </a:cubicBezTo>
                <a:cubicBezTo>
                  <a:pt x="85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2464560" y="181404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2"/>
                </a:moveTo>
                <a:cubicBezTo>
                  <a:pt x="85" y="98"/>
                  <a:pt x="0" y="98"/>
                  <a:pt x="0" y="42"/>
                </a:cubicBezTo>
                <a:cubicBezTo>
                  <a:pt x="0" y="-14"/>
                  <a:pt x="85" y="-14"/>
                  <a:pt x="85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585880" y="1912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585880" y="1912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540520" y="1927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540520" y="1927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835720" y="1824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835720" y="1824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832760" y="218052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832760" y="218052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1"/>
                </a:moveTo>
                <a:cubicBezTo>
                  <a:pt x="83" y="98"/>
                  <a:pt x="0" y="98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2206440" y="2136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2206440" y="2136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2444400" y="19234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2444400" y="19234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2422080" y="1970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2422080" y="1970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2538720" y="1921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2538720" y="1921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2538360" y="1943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2538360" y="1943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2531160" y="1736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2531160" y="1736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461320" y="1724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461320" y="1724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553840" y="1778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553840" y="1778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642400" y="1666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642400" y="1666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643480" y="1650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2643480" y="1650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607120" y="1626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2607120" y="1626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2593800" y="1649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593800" y="1649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2116440" y="1969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116440" y="1969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320840" y="218340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320840" y="218340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1"/>
                </a:moveTo>
                <a:cubicBezTo>
                  <a:pt x="83" y="98"/>
                  <a:pt x="0" y="98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163960" y="1824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163960" y="1824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983600" y="2098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983600" y="2098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1903680" y="203184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1"/>
                </a:moveTo>
                <a:cubicBezTo>
                  <a:pt x="0" y="-14"/>
                  <a:pt x="85" y="-14"/>
                  <a:pt x="85" y="41"/>
                </a:cubicBezTo>
                <a:cubicBezTo>
                  <a:pt x="85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1903680" y="203184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1"/>
                </a:moveTo>
                <a:cubicBezTo>
                  <a:pt x="85" y="98"/>
                  <a:pt x="0" y="98"/>
                  <a:pt x="0" y="41"/>
                </a:cubicBezTo>
                <a:cubicBezTo>
                  <a:pt x="0" y="-14"/>
                  <a:pt x="85" y="-14"/>
                  <a:pt x="85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2208600" y="1950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2208600" y="1950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916280" y="1986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1916280" y="1986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941480" y="2048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1941480" y="2048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2263680" y="1892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263680" y="1892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169720" y="1949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2169720" y="1949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427480" y="1786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2427480" y="1786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2499840" y="1591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499840" y="1591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2498760" y="1536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2498760" y="1536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2396520" y="1695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2396520" y="1695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2547000" y="1839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2547000" y="1839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616840" y="1526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616840" y="1526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639160" y="180216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2639160" y="180216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2557080" y="1832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2557080" y="1832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2564280" y="1902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564280" y="1902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569680" y="1770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569680" y="1770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2626200" y="1963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2626200" y="1963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2709720" y="16477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2709720" y="16477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2868480" y="1837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2868480" y="1837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2357640" y="19983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2357640" y="19983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2198160" y="2136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2198160" y="2136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2427480" y="1766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2427480" y="1766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2361240" y="1962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2361240" y="1962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2659680" y="1729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2659680" y="1729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2774160" y="1717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2774160" y="1717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2766600" y="1652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766600" y="1652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2795760" y="17366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2795760" y="17366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2845800" y="1653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2845800" y="1653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2903760" y="1549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2903760" y="1549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877480" y="16621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877480" y="16621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2931480" y="1711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2931480" y="1711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2911680" y="1585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2911680" y="1585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844720" y="1585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844720" y="1585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2825280" y="1463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2825280" y="1463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2895120" y="1846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2895120" y="1846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935080" y="167184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2935080" y="167184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3"/>
                </a:moveTo>
                <a:cubicBezTo>
                  <a:pt x="83" y="99"/>
                  <a:pt x="0" y="99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2923920" y="16419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2923920" y="16419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844000" y="1499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2844000" y="1499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790000" y="1882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790000" y="1882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787840" y="1842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787840" y="1842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2940840" y="1762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2940840" y="1762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3058560" y="1929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3058560" y="1929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748520" y="2176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748520" y="2176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700640" y="2099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700640" y="2099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1641600" y="2175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1641600" y="2175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1937160" y="2170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937160" y="2170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771200" y="2075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771200" y="2075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884600" y="2197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884600" y="2197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842840" y="2189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842840" y="2189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886760" y="2056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886760" y="2056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963800" y="1958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963800" y="1958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1816560" y="2107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816560" y="2107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786320" y="2078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786320" y="2078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871640" y="2079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871640" y="2079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1747080" y="2166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747080" y="2166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094480" y="1910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094480" y="1910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2276280" y="1814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2276280" y="1814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2340720" y="1713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2340720" y="1713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2316600" y="1720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2316600" y="1720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2355120" y="1629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2355120" y="1629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2521800" y="17409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2521800" y="17409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2561400" y="1776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2561400" y="1776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2724840" y="16401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2724840" y="16401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2913120" y="1744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2913120" y="1744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849320" y="2090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849320" y="2090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826640" y="2138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826640" y="2138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2079000" y="2008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2079000" y="2008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2228400" y="165780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3"/>
                </a:moveTo>
                <a:cubicBezTo>
                  <a:pt x="0" y="-14"/>
                  <a:pt x="85" y="-14"/>
                  <a:pt x="85" y="43"/>
                </a:cubicBezTo>
                <a:cubicBezTo>
                  <a:pt x="85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2228400" y="165780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3"/>
                </a:moveTo>
                <a:cubicBezTo>
                  <a:pt x="85" y="98"/>
                  <a:pt x="0" y="98"/>
                  <a:pt x="0" y="43"/>
                </a:cubicBezTo>
                <a:cubicBezTo>
                  <a:pt x="0" y="-14"/>
                  <a:pt x="85" y="-14"/>
                  <a:pt x="85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2294640" y="1847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2294640" y="1847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2172600" y="1906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2172600" y="1906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2198880" y="179928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1"/>
                </a:moveTo>
                <a:cubicBezTo>
                  <a:pt x="0" y="-14"/>
                  <a:pt x="85" y="-14"/>
                  <a:pt x="85" y="41"/>
                </a:cubicBezTo>
                <a:cubicBezTo>
                  <a:pt x="85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2198880" y="179928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1"/>
                </a:moveTo>
                <a:cubicBezTo>
                  <a:pt x="85" y="98"/>
                  <a:pt x="0" y="98"/>
                  <a:pt x="0" y="41"/>
                </a:cubicBezTo>
                <a:cubicBezTo>
                  <a:pt x="0" y="-14"/>
                  <a:pt x="85" y="-14"/>
                  <a:pt x="85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2175480" y="1875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2175480" y="1875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2221200" y="1894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2221200" y="1894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2208240" y="1684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2208240" y="1684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2299320" y="1416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299320" y="1416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2302200" y="1491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2302200" y="1491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1368000" y="2121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1368000" y="2121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1497600" y="2069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1497600" y="2069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819440" y="2100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1819440" y="2100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857600" y="1962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1857600" y="1962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762560" y="1896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1762560" y="1896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1838520" y="1851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1838520" y="1851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1930680" y="2105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1930680" y="2105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1966320" y="1819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1966320" y="1819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969560" y="1752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969560" y="1752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958400" y="1830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1958400" y="1830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820880" y="21409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1820880" y="21409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934640" y="1714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934640" y="1714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946520" y="1802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946520" y="1802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2116800" y="16689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2116800" y="16689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2157120" y="176076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2157120" y="176076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3"/>
                </a:moveTo>
                <a:cubicBezTo>
                  <a:pt x="83" y="99"/>
                  <a:pt x="0" y="99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2154960" y="1685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2154960" y="1685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2145600" y="18669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2145600" y="18669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2103120" y="1624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2103120" y="1624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2246040" y="1684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2246040" y="1684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2360160" y="1749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2360160" y="1749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1900800" y="1883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1900800" y="1883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1429200" y="20264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1429200" y="20264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1598400" y="1955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1598400" y="1955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1593000" y="20559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1593000" y="20559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1793880" y="1857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1793880" y="1857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1796040" y="17010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1796040" y="17010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1569600" y="2058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1569600" y="2058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1589040" y="1965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1589040" y="1965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1878840" y="1878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1878840" y="1878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1844640" y="1722960"/>
            <a:ext cx="30600" cy="30600"/>
          </a:xfrm>
          <a:custGeom>
            <a:avLst/>
            <a:gdLst/>
            <a:ahLst/>
            <a:rect l="0" t="0" r="r" b="b"/>
            <a:pathLst>
              <a:path w="85" h="85">
                <a:moveTo>
                  <a:pt x="0" y="43"/>
                </a:moveTo>
                <a:cubicBezTo>
                  <a:pt x="0" y="-14"/>
                  <a:pt x="85" y="-14"/>
                  <a:pt x="85" y="43"/>
                </a:cubicBezTo>
                <a:cubicBezTo>
                  <a:pt x="85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1844640" y="1722960"/>
            <a:ext cx="30600" cy="30600"/>
          </a:xfrm>
          <a:custGeom>
            <a:avLst/>
            <a:gdLst/>
            <a:ahLst/>
            <a:rect l="0" t="0" r="r" b="b"/>
            <a:pathLst>
              <a:path fill="none" w="85" h="85">
                <a:moveTo>
                  <a:pt x="85" y="43"/>
                </a:moveTo>
                <a:cubicBezTo>
                  <a:pt x="85" y="99"/>
                  <a:pt x="0" y="99"/>
                  <a:pt x="0" y="43"/>
                </a:cubicBezTo>
                <a:cubicBezTo>
                  <a:pt x="0" y="-14"/>
                  <a:pt x="85" y="-14"/>
                  <a:pt x="85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1931400" y="1812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1931400" y="1812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2046600" y="1804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2046600" y="1804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2075400" y="1742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2075400" y="1742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2118240" y="18781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2118240" y="18781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2161800" y="1807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2161800" y="1807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2196000" y="19346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2196000" y="19346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2232000" y="1878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2232000" y="1878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2262240" y="1865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2262240" y="1865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2236680" y="1836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2236680" y="1836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2325240" y="1973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2325240" y="1973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2383920" y="1970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2383920" y="1970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2533680" y="179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2533680" y="179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2773080" y="2003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2773080" y="2003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2082240" y="2073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2082240" y="2073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1662120" y="2180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1662120" y="2180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2358000" y="1978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2358000" y="1978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2156760" y="2074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2156760" y="2074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2208240" y="2068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2208240" y="2068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2579400" y="18356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2579400" y="18356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2188800" y="2007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2188800" y="2007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2468880" y="2051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2468880" y="2051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2555640" y="2050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2555640" y="2050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2559240" y="1976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2559240" y="1976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2711160" y="1814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2711160" y="1814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2824200" y="1531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2824200" y="1531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2774520" y="1672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774520" y="1672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2781720" y="18277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2781720" y="18277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2818440" y="1440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2818440" y="1440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1476000" y="21934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1476000" y="21934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1458360" y="2335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1458360" y="2335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1594800" y="2136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1594800" y="2136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1675800" y="194832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1675800" y="194832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1773360" y="2025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1773360" y="2025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1925640" y="1898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1925640" y="1898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2003040" y="1692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2003040" y="1692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135880" y="1419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2135880" y="1419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245320" y="1566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2245320" y="1566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2175480" y="1792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175480" y="1792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2257560" y="1683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2257560" y="1683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2191320" y="1848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191320" y="1848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2187360" y="1565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2187360" y="1565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2235240" y="1691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235240" y="1691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2250720" y="1612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2250720" y="1612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2306520" y="1860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2306520" y="1860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2281320" y="1878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2281320" y="1878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2207160" y="1839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2207160" y="1839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2276280" y="1794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2276280" y="1794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2285280" y="1672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2285280" y="1672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2351160" y="2054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2351160" y="2054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2422080" y="1937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2422080" y="1937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982160" y="2056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982160" y="2056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940040" y="1825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940040" y="1825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728360" y="2064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1728360" y="2064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942560" y="2022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942560" y="2022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998360" y="1792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1998360" y="1792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2057760" y="1852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2057760" y="1852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2108160" y="18925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2108160" y="18925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2031480" y="1946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2031480" y="1946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2084400" y="1965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2084400" y="1965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2095920" y="1981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2095920" y="1981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2264040" y="19033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2264040" y="19033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2316960" y="1838520"/>
            <a:ext cx="30600" cy="30240"/>
          </a:xfrm>
          <a:custGeom>
            <a:avLst/>
            <a:gdLst/>
            <a:ahLst/>
            <a:rect l="0" t="0" r="r" b="b"/>
            <a:pathLst>
              <a:path w="85" h="84">
                <a:moveTo>
                  <a:pt x="0" y="42"/>
                </a:moveTo>
                <a:cubicBezTo>
                  <a:pt x="0" y="-14"/>
                  <a:pt x="85" y="-14"/>
                  <a:pt x="85" y="42"/>
                </a:cubicBezTo>
                <a:cubicBezTo>
                  <a:pt x="85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2316960" y="1838520"/>
            <a:ext cx="30600" cy="30240"/>
          </a:xfrm>
          <a:custGeom>
            <a:avLst/>
            <a:gdLst/>
            <a:ahLst/>
            <a:rect l="0" t="0" r="r" b="b"/>
            <a:pathLst>
              <a:path fill="none" w="85" h="84">
                <a:moveTo>
                  <a:pt x="85" y="42"/>
                </a:moveTo>
                <a:cubicBezTo>
                  <a:pt x="85" y="98"/>
                  <a:pt x="0" y="98"/>
                  <a:pt x="0" y="42"/>
                </a:cubicBezTo>
                <a:cubicBezTo>
                  <a:pt x="0" y="-14"/>
                  <a:pt x="85" y="-14"/>
                  <a:pt x="85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2365920" y="1888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2365920" y="1888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2388240" y="1762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2388240" y="1762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2424960" y="1750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2424960" y="1750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2442600" y="1809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2442600" y="1809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2479680" y="1764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2479680" y="1764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2505600" y="17629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2505600" y="17629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2442600" y="1881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2442600" y="1881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2397600" y="1954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2397600" y="1954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2389320" y="1796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2389320" y="1796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2552760" y="2050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2552760" y="2050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2619720" y="1866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2619720" y="1866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1727640" y="2147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1727640" y="2147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1622520" y="222228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3"/>
                </a:moveTo>
                <a:cubicBezTo>
                  <a:pt x="0" y="-14"/>
                  <a:pt x="83" y="-14"/>
                  <a:pt x="83" y="43"/>
                </a:cubicBezTo>
                <a:cubicBezTo>
                  <a:pt x="83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1622520" y="222228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3"/>
                </a:moveTo>
                <a:cubicBezTo>
                  <a:pt x="83" y="98"/>
                  <a:pt x="0" y="98"/>
                  <a:pt x="0" y="43"/>
                </a:cubicBezTo>
                <a:cubicBezTo>
                  <a:pt x="0" y="-14"/>
                  <a:pt x="83" y="-14"/>
                  <a:pt x="83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1805760" y="2016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1805760" y="2016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2005560" y="1975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2005560" y="1975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2056320" y="18100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2056320" y="18100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2109600" y="19573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2109600" y="19573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2169000" y="1562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2169000" y="1562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2158920" y="1766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2158920" y="1766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2294280" y="1857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2294280" y="1857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2253240" y="178884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2253240" y="178884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2"/>
                </a:moveTo>
                <a:cubicBezTo>
                  <a:pt x="83" y="99"/>
                  <a:pt x="0" y="99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2269440" y="1780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2269440" y="1780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2296080" y="1882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2296080" y="1882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2302560" y="1872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2302560" y="1872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2350080" y="19965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2350080" y="19965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2365920" y="1931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2365920" y="1931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2387880" y="1611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2387880" y="1611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2473560" y="17121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2473560" y="17121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2524320" y="186732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2524320" y="186732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572920" y="17013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2572920" y="17013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2670120" y="162288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1"/>
                </a:moveTo>
                <a:cubicBezTo>
                  <a:pt x="0" y="-14"/>
                  <a:pt x="83" y="-14"/>
                  <a:pt x="83" y="41"/>
                </a:cubicBezTo>
                <a:cubicBezTo>
                  <a:pt x="83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670120" y="162288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1"/>
                </a:moveTo>
                <a:cubicBezTo>
                  <a:pt x="83" y="97"/>
                  <a:pt x="0" y="97"/>
                  <a:pt x="0" y="41"/>
                </a:cubicBezTo>
                <a:cubicBezTo>
                  <a:pt x="0" y="-14"/>
                  <a:pt x="83" y="-14"/>
                  <a:pt x="83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734560" y="1928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2734560" y="1928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2827440" y="19519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2827440" y="19519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2921400" y="2174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2921400" y="2174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2119680" y="19645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2119680" y="19645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1845000" y="20307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1845000" y="20307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2012040" y="186696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2012040" y="186696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1977120" y="1879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1977120" y="1879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2061720" y="1737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2061720" y="1737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2146680" y="1832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2146680" y="1832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2118600" y="198216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2118600" y="198216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2192760" y="18108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2192760" y="18108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2224800" y="18298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2224800" y="18298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2188440" y="1796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2188440" y="1796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2269080" y="1950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2269080" y="1950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2279880" y="1823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2279880" y="1823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2346840" y="1858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2346840" y="1858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2359800" y="18378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2359800" y="18378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2409840" y="2005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2409840" y="2005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2523240" y="1809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2523240" y="1809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2628720" y="17820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2628720" y="17820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2648160" y="18172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2648160" y="18172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2696040" y="1960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2696040" y="1960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2765160" y="2082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2765160" y="20826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2822760" y="197676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2822760" y="197676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2857680" y="22802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2857680" y="22802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2985840" y="2215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2985840" y="2215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2406240" y="21312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2406240" y="21312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2463120" y="188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2463120" y="188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2309040" y="2069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2309040" y="2069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2372400" y="21780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372400" y="21780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2495880" y="1795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495880" y="1795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458080" y="19796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458080" y="19796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524680" y="2044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524680" y="2044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2373120" y="1904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373120" y="1904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404080" y="1952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2404080" y="1952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330280" y="1827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330280" y="1827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460240" y="1807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460240" y="1807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542320" y="1535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2542320" y="1535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634840" y="179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634840" y="179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619720" y="19598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619720" y="19598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2619360" y="1897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2619360" y="1897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747880" y="18010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2747880" y="18010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714040" y="15890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714040" y="15890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2731680" y="15706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2731680" y="15706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767320" y="1698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2767320" y="1698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695320" y="1637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2695320" y="1637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2889720" y="19137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2889720" y="19137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3085920" y="18446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3085920" y="18446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2604600" y="18727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2604600" y="18727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2685240" y="1837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2685240" y="1837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2680560" y="18334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2680560" y="18334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2743560" y="1648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2743560" y="1648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2809800" y="18126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2809800" y="18126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2931120" y="14043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2931120" y="14043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3081960" y="2204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3081960" y="2204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2594880" y="173448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2594880" y="173448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2692800" y="1568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2692800" y="1568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2769480" y="1722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2769480" y="1722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2329200" y="1599840"/>
            <a:ext cx="29880" cy="29880"/>
          </a:xfrm>
          <a:custGeom>
            <a:avLst/>
            <a:gdLst/>
            <a:ahLst/>
            <a:rect l="0" t="0" r="r" b="b"/>
            <a:pathLst>
              <a:path w="83" h="83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2329200" y="1599840"/>
            <a:ext cx="29880" cy="29880"/>
          </a:xfrm>
          <a:custGeom>
            <a:avLst/>
            <a:gdLst/>
            <a:ahLst/>
            <a:rect l="0" t="0" r="r" b="b"/>
            <a:pathLst>
              <a:path fill="none" w="83" h="83">
                <a:moveTo>
                  <a:pt x="83" y="42"/>
                </a:moveTo>
                <a:cubicBezTo>
                  <a:pt x="83" y="97"/>
                  <a:pt x="0" y="97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2378880" y="1747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2378880" y="1747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2470320" y="1747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2470320" y="1747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2520360" y="1882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2520360" y="1882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2586600" y="1684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2586600" y="1684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2629440" y="20602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2629440" y="20602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2630880" y="2055600"/>
            <a:ext cx="29880" cy="30600"/>
          </a:xfrm>
          <a:custGeom>
            <a:avLst/>
            <a:gdLst/>
            <a:ahLst/>
            <a:rect l="0" t="0" r="r" b="b"/>
            <a:pathLst>
              <a:path w="83" h="85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2630880" y="2055600"/>
            <a:ext cx="29880" cy="30600"/>
          </a:xfrm>
          <a:custGeom>
            <a:avLst/>
            <a:gdLst/>
            <a:ahLst/>
            <a:rect l="0" t="0" r="r" b="b"/>
            <a:pathLst>
              <a:path fill="none" w="83" h="85">
                <a:moveTo>
                  <a:pt x="83" y="42"/>
                </a:moveTo>
                <a:cubicBezTo>
                  <a:pt x="83" y="99"/>
                  <a:pt x="0" y="99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2660040" y="160776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2660040" y="160776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2680560" y="1860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2680560" y="1860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2792880" y="2033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2792880" y="2033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2875320" y="2194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2875320" y="2194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1751040" y="21078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1751040" y="21078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1688400" y="22014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1688400" y="22014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1659600" y="2183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1659600" y="2183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1719360" y="20325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1719360" y="20325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1657080" y="2048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1657080" y="2048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1497600" y="19746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1497600" y="19746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1491840" y="217008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1491840" y="217008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1722240" y="20642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1722240" y="20642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1715760" y="2123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1715760" y="2123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2052360" y="18900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7"/>
                  <a:pt x="0" y="97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2052360" y="18900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2"/>
                </a:moveTo>
                <a:cubicBezTo>
                  <a:pt x="84" y="97"/>
                  <a:pt x="0" y="97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2049120" y="174996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8"/>
                  <a:pt x="0" y="98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2049120" y="174996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3"/>
                </a:moveTo>
                <a:cubicBezTo>
                  <a:pt x="84" y="98"/>
                  <a:pt x="0" y="98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2068200" y="1843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9"/>
                  <a:pt x="0" y="99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2068200" y="1843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2"/>
                </a:moveTo>
                <a:cubicBezTo>
                  <a:pt x="84" y="99"/>
                  <a:pt x="0" y="99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2155320" y="19544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2155320" y="19544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2266560" y="14896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2266560" y="14896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2329560" y="186660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0" y="42"/>
                </a:moveTo>
                <a:cubicBezTo>
                  <a:pt x="0" y="-14"/>
                  <a:pt x="83" y="-14"/>
                  <a:pt x="83" y="42"/>
                </a:cubicBezTo>
                <a:cubicBezTo>
                  <a:pt x="83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2329560" y="1866600"/>
            <a:ext cx="29880" cy="30240"/>
          </a:xfrm>
          <a:custGeom>
            <a:avLst/>
            <a:gdLst/>
            <a:ahLst/>
            <a:rect l="0" t="0" r="r" b="b"/>
            <a:pathLst>
              <a:path fill="none" w="83" h="84">
                <a:moveTo>
                  <a:pt x="83" y="42"/>
                </a:moveTo>
                <a:cubicBezTo>
                  <a:pt x="83" y="98"/>
                  <a:pt x="0" y="98"/>
                  <a:pt x="0" y="42"/>
                </a:cubicBezTo>
                <a:cubicBezTo>
                  <a:pt x="0" y="-14"/>
                  <a:pt x="83" y="-14"/>
                  <a:pt x="83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2331360" y="161172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2331360" y="161172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2440800" y="1806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2440800" y="1806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2419920" y="17510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2419920" y="175104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2627280" y="199512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2627280" y="199512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2763000" y="200340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2763000" y="200340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2868480" y="15548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2868480" y="15548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2936160" y="17470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2936160" y="17470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2894040" y="111888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2894040" y="111888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2900160" y="163620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0" y="43"/>
                </a:moveTo>
                <a:cubicBezTo>
                  <a:pt x="0" y="-14"/>
                  <a:pt x="84" y="-14"/>
                  <a:pt x="84" y="43"/>
                </a:cubicBezTo>
                <a:cubicBezTo>
                  <a:pt x="84" y="99"/>
                  <a:pt x="0" y="99"/>
                  <a:pt x="0" y="43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2900160" y="1636200"/>
            <a:ext cx="30240" cy="30600"/>
          </a:xfrm>
          <a:custGeom>
            <a:avLst/>
            <a:gdLst/>
            <a:ahLst/>
            <a:rect l="0" t="0" r="r" b="b"/>
            <a:pathLst>
              <a:path fill="none" w="84" h="85">
                <a:moveTo>
                  <a:pt x="84" y="43"/>
                </a:moveTo>
                <a:cubicBezTo>
                  <a:pt x="84" y="99"/>
                  <a:pt x="0" y="99"/>
                  <a:pt x="0" y="43"/>
                </a:cubicBezTo>
                <a:cubicBezTo>
                  <a:pt x="0" y="-14"/>
                  <a:pt x="84" y="-14"/>
                  <a:pt x="84" y="43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2949480" y="1770840"/>
            <a:ext cx="30240" cy="29880"/>
          </a:xfrm>
          <a:custGeom>
            <a:avLst/>
            <a:gdLst/>
            <a:ahLst/>
            <a:rect l="0" t="0" r="r" b="b"/>
            <a:pathLst>
              <a:path w="84" h="83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7"/>
                  <a:pt x="0" y="97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2949480" y="1770840"/>
            <a:ext cx="30240" cy="29880"/>
          </a:xfrm>
          <a:custGeom>
            <a:avLst/>
            <a:gdLst/>
            <a:ahLst/>
            <a:rect l="0" t="0" r="r" b="b"/>
            <a:pathLst>
              <a:path fill="none" w="84" h="83">
                <a:moveTo>
                  <a:pt x="84" y="41"/>
                </a:moveTo>
                <a:cubicBezTo>
                  <a:pt x="84" y="97"/>
                  <a:pt x="0" y="97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2838960" y="17964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2838960" y="17964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3005640" y="15282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1"/>
                </a:moveTo>
                <a:cubicBezTo>
                  <a:pt x="0" y="-14"/>
                  <a:pt x="84" y="-14"/>
                  <a:pt x="84" y="41"/>
                </a:cubicBezTo>
                <a:cubicBezTo>
                  <a:pt x="84" y="98"/>
                  <a:pt x="0" y="98"/>
                  <a:pt x="0" y="4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3005640" y="152820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1"/>
                </a:moveTo>
                <a:cubicBezTo>
                  <a:pt x="84" y="98"/>
                  <a:pt x="0" y="98"/>
                  <a:pt x="0" y="41"/>
                </a:cubicBezTo>
                <a:cubicBezTo>
                  <a:pt x="0" y="-14"/>
                  <a:pt x="84" y="-14"/>
                  <a:pt x="84" y="4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3092760" y="190764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0" y="42"/>
                </a:moveTo>
                <a:cubicBezTo>
                  <a:pt x="0" y="-14"/>
                  <a:pt x="84" y="-14"/>
                  <a:pt x="84" y="42"/>
                </a:cubicBezTo>
                <a:cubicBezTo>
                  <a:pt x="84" y="98"/>
                  <a:pt x="0" y="98"/>
                  <a:pt x="0" y="4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3092760" y="1907640"/>
            <a:ext cx="30240" cy="30240"/>
          </a:xfrm>
          <a:custGeom>
            <a:avLst/>
            <a:gdLst/>
            <a:ahLst/>
            <a:rect l="0" t="0" r="r" b="b"/>
            <a:pathLst>
              <a:path fill="none" w="84" h="84">
                <a:moveTo>
                  <a:pt x="84" y="42"/>
                </a:moveTo>
                <a:cubicBezTo>
                  <a:pt x="84" y="98"/>
                  <a:pt x="0" y="98"/>
                  <a:pt x="0" y="42"/>
                </a:cubicBezTo>
                <a:cubicBezTo>
                  <a:pt x="0" y="-14"/>
                  <a:pt x="84" y="-14"/>
                  <a:pt x="84" y="4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849960" y="1627200"/>
            <a:ext cx="2671560" cy="611280"/>
          </a:xfrm>
          <a:custGeom>
            <a:avLst/>
            <a:gdLst/>
            <a:ahLst/>
            <a:rect l="0" t="0" r="r" b="b"/>
            <a:pathLst>
              <a:path fill="none" w="7421" h="1698">
                <a:moveTo>
                  <a:pt x="0" y="1698"/>
                </a:moveTo>
                <a:lnTo>
                  <a:pt x="94" y="1677"/>
                </a:lnTo>
                <a:lnTo>
                  <a:pt x="188" y="1655"/>
                </a:lnTo>
                <a:lnTo>
                  <a:pt x="282" y="1634"/>
                </a:lnTo>
                <a:lnTo>
                  <a:pt x="470" y="1591"/>
                </a:lnTo>
                <a:lnTo>
                  <a:pt x="564" y="1569"/>
                </a:lnTo>
                <a:lnTo>
                  <a:pt x="658" y="1548"/>
                </a:lnTo>
                <a:lnTo>
                  <a:pt x="751" y="1527"/>
                </a:lnTo>
                <a:lnTo>
                  <a:pt x="939" y="1484"/>
                </a:lnTo>
                <a:lnTo>
                  <a:pt x="1033" y="1462"/>
                </a:lnTo>
                <a:lnTo>
                  <a:pt x="1127" y="1441"/>
                </a:lnTo>
                <a:lnTo>
                  <a:pt x="1221" y="1418"/>
                </a:lnTo>
                <a:lnTo>
                  <a:pt x="1315" y="1397"/>
                </a:lnTo>
                <a:lnTo>
                  <a:pt x="1410" y="1375"/>
                </a:lnTo>
                <a:lnTo>
                  <a:pt x="1504" y="1354"/>
                </a:lnTo>
                <a:lnTo>
                  <a:pt x="1598" y="1332"/>
                </a:lnTo>
                <a:lnTo>
                  <a:pt x="1692" y="1311"/>
                </a:lnTo>
                <a:lnTo>
                  <a:pt x="1786" y="1289"/>
                </a:lnTo>
                <a:lnTo>
                  <a:pt x="1879" y="1268"/>
                </a:lnTo>
                <a:lnTo>
                  <a:pt x="2067" y="1225"/>
                </a:lnTo>
                <a:lnTo>
                  <a:pt x="2161" y="1203"/>
                </a:lnTo>
                <a:lnTo>
                  <a:pt x="2255" y="1182"/>
                </a:lnTo>
                <a:lnTo>
                  <a:pt x="2349" y="1160"/>
                </a:lnTo>
                <a:lnTo>
                  <a:pt x="2443" y="1139"/>
                </a:lnTo>
                <a:lnTo>
                  <a:pt x="2537" y="1117"/>
                </a:lnTo>
                <a:lnTo>
                  <a:pt x="2631" y="1096"/>
                </a:lnTo>
                <a:lnTo>
                  <a:pt x="2725" y="1074"/>
                </a:lnTo>
                <a:lnTo>
                  <a:pt x="2819" y="1053"/>
                </a:lnTo>
                <a:lnTo>
                  <a:pt x="2913" y="1031"/>
                </a:lnTo>
                <a:lnTo>
                  <a:pt x="3007" y="1010"/>
                </a:lnTo>
                <a:lnTo>
                  <a:pt x="3195" y="967"/>
                </a:lnTo>
                <a:lnTo>
                  <a:pt x="3288" y="945"/>
                </a:lnTo>
                <a:lnTo>
                  <a:pt x="3382" y="924"/>
                </a:lnTo>
                <a:lnTo>
                  <a:pt x="3476" y="903"/>
                </a:lnTo>
                <a:lnTo>
                  <a:pt x="3664" y="860"/>
                </a:lnTo>
                <a:lnTo>
                  <a:pt x="3758" y="838"/>
                </a:lnTo>
                <a:lnTo>
                  <a:pt x="3852" y="816"/>
                </a:lnTo>
                <a:lnTo>
                  <a:pt x="3946" y="795"/>
                </a:lnTo>
                <a:lnTo>
                  <a:pt x="4040" y="773"/>
                </a:lnTo>
                <a:lnTo>
                  <a:pt x="4134" y="752"/>
                </a:lnTo>
                <a:lnTo>
                  <a:pt x="4228" y="731"/>
                </a:lnTo>
                <a:lnTo>
                  <a:pt x="4322" y="709"/>
                </a:lnTo>
                <a:lnTo>
                  <a:pt x="4415" y="688"/>
                </a:lnTo>
                <a:lnTo>
                  <a:pt x="4509" y="666"/>
                </a:lnTo>
                <a:lnTo>
                  <a:pt x="4603" y="645"/>
                </a:lnTo>
                <a:lnTo>
                  <a:pt x="4791" y="602"/>
                </a:lnTo>
                <a:lnTo>
                  <a:pt x="4885" y="580"/>
                </a:lnTo>
                <a:lnTo>
                  <a:pt x="4979" y="559"/>
                </a:lnTo>
                <a:lnTo>
                  <a:pt x="5073" y="537"/>
                </a:lnTo>
                <a:lnTo>
                  <a:pt x="5261" y="494"/>
                </a:lnTo>
                <a:lnTo>
                  <a:pt x="5355" y="473"/>
                </a:lnTo>
                <a:lnTo>
                  <a:pt x="5449" y="451"/>
                </a:lnTo>
                <a:lnTo>
                  <a:pt x="5543" y="430"/>
                </a:lnTo>
                <a:lnTo>
                  <a:pt x="5637" y="408"/>
                </a:lnTo>
                <a:lnTo>
                  <a:pt x="5730" y="387"/>
                </a:lnTo>
                <a:lnTo>
                  <a:pt x="5824" y="365"/>
                </a:lnTo>
                <a:lnTo>
                  <a:pt x="5918" y="344"/>
                </a:lnTo>
                <a:lnTo>
                  <a:pt x="6012" y="322"/>
                </a:lnTo>
                <a:lnTo>
                  <a:pt x="6106" y="301"/>
                </a:lnTo>
                <a:lnTo>
                  <a:pt x="6200" y="279"/>
                </a:lnTo>
                <a:lnTo>
                  <a:pt x="6388" y="236"/>
                </a:lnTo>
                <a:lnTo>
                  <a:pt x="6482" y="215"/>
                </a:lnTo>
                <a:lnTo>
                  <a:pt x="6576" y="193"/>
                </a:lnTo>
                <a:lnTo>
                  <a:pt x="6670" y="172"/>
                </a:lnTo>
                <a:lnTo>
                  <a:pt x="6764" y="151"/>
                </a:lnTo>
                <a:lnTo>
                  <a:pt x="6857" y="129"/>
                </a:lnTo>
                <a:lnTo>
                  <a:pt x="7045" y="86"/>
                </a:lnTo>
                <a:lnTo>
                  <a:pt x="7139" y="65"/>
                </a:lnTo>
                <a:lnTo>
                  <a:pt x="7233" y="43"/>
                </a:lnTo>
                <a:lnTo>
                  <a:pt x="7327" y="22"/>
                </a:lnTo>
                <a:lnTo>
                  <a:pt x="7421" y="0"/>
                </a:lnTo>
              </a:path>
            </a:pathLst>
          </a:custGeom>
          <a:ln w="13320">
            <a:solidFill>
              <a:srgbClr val="404040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 flipV="1">
            <a:off x="716400" y="1070640"/>
            <a:ext cx="0" cy="13852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430920" y="228816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430920" y="189936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430920" y="147312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684720" y="2338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684720" y="1949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684720" y="1523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684720" y="1135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16400" y="2455920"/>
            <a:ext cx="29383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 flipV="1">
            <a:off x="122580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 flipV="1">
            <a:off x="227592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 flipV="1">
            <a:off x="342648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430920" y="108432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1111680" y="250020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2161800" y="250020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3312360" y="2500200"/>
            <a:ext cx="256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1620720" y="2646360"/>
            <a:ext cx="1090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Mechanistic hazard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 rot="16200000">
            <a:off x="-373320" y="1727280"/>
            <a:ext cx="1392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Machine-learning hazard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716400" y="500760"/>
            <a:ext cx="26164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Province-year mean predicted hazard, 2002-2024;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716400" y="627120"/>
            <a:ext cx="15271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moderate but clearly positive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716400" y="298080"/>
            <a:ext cx="32108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Within the observed range they track each other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4879440" y="1070640"/>
            <a:ext cx="1437840" cy="1385640"/>
          </a:xfrm>
          <a:custGeom>
            <a:avLst/>
            <a:gdLst/>
            <a:ahLst/>
            <a:rect l="0" t="0" r="r" b="b"/>
            <a:pathLst>
              <a:path w="3994" h="3849">
                <a:moveTo>
                  <a:pt x="0" y="0"/>
                </a:moveTo>
                <a:lnTo>
                  <a:pt x="3994" y="0"/>
                </a:lnTo>
                <a:lnTo>
                  <a:pt x="3994" y="3849"/>
                </a:lnTo>
                <a:lnTo>
                  <a:pt x="0" y="3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5457240" y="1186200"/>
            <a:ext cx="305280" cy="0"/>
          </a:xfrm>
          <a:prstGeom prst="line">
            <a:avLst/>
          </a:prstGeom>
          <a:ln w="594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5249520" y="1378440"/>
            <a:ext cx="70164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5148000" y="1571040"/>
            <a:ext cx="9072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5077800" y="1763280"/>
            <a:ext cx="103752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222880" y="1955880"/>
            <a:ext cx="78588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5088960" y="2148120"/>
            <a:ext cx="102708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4944600" y="2340360"/>
            <a:ext cx="13068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6380280" y="1070640"/>
            <a:ext cx="1437840" cy="1385640"/>
          </a:xfrm>
          <a:custGeom>
            <a:avLst/>
            <a:gdLst/>
            <a:ahLst/>
            <a:rect l="0" t="0" r="r" b="b"/>
            <a:pathLst>
              <a:path w="3994" h="3849">
                <a:moveTo>
                  <a:pt x="0" y="0"/>
                </a:moveTo>
                <a:lnTo>
                  <a:pt x="3994" y="0"/>
                </a:lnTo>
                <a:lnTo>
                  <a:pt x="3994" y="3849"/>
                </a:lnTo>
                <a:lnTo>
                  <a:pt x="0" y="3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6445440" y="1186200"/>
            <a:ext cx="666000" cy="0"/>
          </a:xfrm>
          <a:prstGeom prst="line">
            <a:avLst/>
          </a:prstGeom>
          <a:ln w="594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6921720" y="137844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7018200" y="157104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7162560" y="176328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6950880" y="195588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143120" y="214812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7431840" y="2340360"/>
            <a:ext cx="320400" cy="0"/>
          </a:xfrm>
          <a:prstGeom prst="line">
            <a:avLst/>
          </a:prstGeom>
          <a:ln w="594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520" tIns="-29520" rIns="29520" bIns="-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170640" y="15192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4930200" y="899640"/>
            <a:ext cx="135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4879440" y="2455920"/>
            <a:ext cx="1437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 flipV="1">
            <a:off x="496224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 flipV="1">
            <a:off x="529056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 flipV="1">
            <a:off x="561924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 flipV="1">
            <a:off x="594756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 flipV="1">
            <a:off x="627624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6431040" y="899640"/>
            <a:ext cx="780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 txBox="1"/>
          <p:nvPr/>
        </p:nvSpPr>
        <p:spPr>
          <a:xfrm>
            <a:off x="4892400" y="2500200"/>
            <a:ext cx="14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5246280" y="2500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5593680" y="2500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5922360" y="2500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6380280" y="2455920"/>
            <a:ext cx="1437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 flipV="1">
            <a:off x="672516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 flipV="1">
            <a:off x="712620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 flipV="1">
            <a:off x="7527240" y="24559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6225480" y="25002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6661800" y="2500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7062840" y="2500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 flipV="1">
            <a:off x="4879440" y="1070640"/>
            <a:ext cx="0" cy="13852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7463880" y="25002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4251240" y="228996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SSP585 2080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4251240" y="209736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SSP585 2050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4251240" y="190512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SSP585 2030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4251240" y="171288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SSP245 2080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4251240" y="152028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SSP245 2050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4251240" y="1328040"/>
            <a:ext cx="6310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SSP245 2030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4847760" y="2340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4847760" y="2148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4847760" y="1955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4847760" y="1763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4847760" y="1571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4847760" y="1378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4847760" y="1186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3958920" y="1135440"/>
            <a:ext cx="937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observed 2002-2024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5173920" y="2646360"/>
            <a:ext cx="2243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Standardised value (1st-99th percentile)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4879440" y="500760"/>
            <a:ext cx="2296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Tree ensembles return boundary leaf values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4879440" y="627120"/>
            <a:ext cx="22053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once covariates exit the observed support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4879440" y="298080"/>
            <a:ext cx="28990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Why: the scenarios leave the training range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716400" y="373680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716400" y="43736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716400" y="42415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716400" y="41094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716400" y="39772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716400" y="38451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716400" y="410940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 flipV="1">
            <a:off x="1380960" y="3746160"/>
            <a:ext cx="0" cy="77400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 flipV="1">
            <a:off x="716400" y="373680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1394280" y="4203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1394280" y="4203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1466640" y="4127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1466640" y="4127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1393920" y="41738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1393920" y="41738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1447560" y="42098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1447560" y="42098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1373400" y="4148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1373400" y="4148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1471320" y="4141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1471320" y="41410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1431000" y="4229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1431000" y="4229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1395000" y="4029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1395000" y="4029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1439280" y="41212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1439280" y="41212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1392840" y="39661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1392840" y="39661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1416960" y="4202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1416960" y="4202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1404000" y="40507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1404000" y="40507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1421640" y="40694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1421640" y="40694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1420200" y="410004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1420200" y="410004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1357560" y="41979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1357560" y="41979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1481400" y="4128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1481400" y="41284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1406520" y="4163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1406520" y="4163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1401120" y="41709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1401120" y="41709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1373040" y="42242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1373040" y="422424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1395360" y="416016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57"/>
                </a:moveTo>
                <a:cubicBezTo>
                  <a:pt x="0" y="-19"/>
                  <a:pt x="113" y="-19"/>
                  <a:pt x="113" y="57"/>
                </a:cubicBezTo>
                <a:cubicBezTo>
                  <a:pt x="113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1395360" y="4160160"/>
            <a:ext cx="40680" cy="40680"/>
          </a:xfrm>
          <a:custGeom>
            <a:avLst/>
            <a:gdLst/>
            <a:ahLst/>
            <a:rect l="0" t="0" r="r" b="b"/>
            <a:pathLst>
              <a:path fill="none" w="113" h="113">
                <a:moveTo>
                  <a:pt x="113" y="57"/>
                </a:moveTo>
                <a:cubicBezTo>
                  <a:pt x="113" y="132"/>
                  <a:pt x="0" y="132"/>
                  <a:pt x="0" y="57"/>
                </a:cubicBezTo>
                <a:cubicBezTo>
                  <a:pt x="0" y="-19"/>
                  <a:pt x="113" y="-19"/>
                  <a:pt x="113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1391760" y="4156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1391760" y="4156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1373040" y="40856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1373040" y="40856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1414080" y="4356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1414080" y="4356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1462320" y="409680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1462320" y="409680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1372680" y="4256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1372680" y="42562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1424520" y="41306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1424520" y="41306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1403280" y="41691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1403280" y="41691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1382400" y="4136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1382400" y="41367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1335240" y="41158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1335240" y="41158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1407960" y="4141800"/>
            <a:ext cx="40680" cy="40680"/>
          </a:xfrm>
          <a:custGeom>
            <a:avLst/>
            <a:gdLst/>
            <a:ahLst/>
            <a:rect l="0" t="0" r="r" b="b"/>
            <a:pathLst>
              <a:path w="113" h="113">
                <a:moveTo>
                  <a:pt x="0" y="56"/>
                </a:moveTo>
                <a:cubicBezTo>
                  <a:pt x="0" y="-19"/>
                  <a:pt x="113" y="-19"/>
                  <a:pt x="113" y="56"/>
                </a:cubicBezTo>
                <a:cubicBezTo>
                  <a:pt x="113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1407960" y="4141800"/>
            <a:ext cx="40680" cy="40680"/>
          </a:xfrm>
          <a:custGeom>
            <a:avLst/>
            <a:gdLst/>
            <a:ahLst/>
            <a:rect l="0" t="0" r="r" b="b"/>
            <a:pathLst>
              <a:path fill="none" w="113" h="113">
                <a:moveTo>
                  <a:pt x="113" y="56"/>
                </a:moveTo>
                <a:cubicBezTo>
                  <a:pt x="113" y="132"/>
                  <a:pt x="0" y="132"/>
                  <a:pt x="0" y="56"/>
                </a:cubicBezTo>
                <a:cubicBezTo>
                  <a:pt x="0" y="-19"/>
                  <a:pt x="113" y="-19"/>
                  <a:pt x="113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1448280" y="41115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1448280" y="41115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3857400" y="15192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822240" y="379008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0.16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716400" y="458316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716400" y="52203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716400" y="50882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716400" y="49561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716400" y="48240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716400" y="46918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716400" y="495612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 flipV="1">
            <a:off x="1380960" y="4584600"/>
            <a:ext cx="0" cy="78192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 flipV="1">
            <a:off x="716400" y="458316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1406520" y="5010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1406520" y="5010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1504080" y="49834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1504080" y="49834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1414440" y="5115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1414440" y="5115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1491480" y="50385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1491480" y="50385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1378080" y="5017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1378080" y="50176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1523520" y="5031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1523520" y="5031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1475640" y="50511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1475640" y="50511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1438920" y="4980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1438920" y="4980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1508760" y="5009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1508760" y="50097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1416960" y="50605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1416960" y="50605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1426680" y="4932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1426680" y="4932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1411560" y="496584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1411560" y="496584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1428480" y="4942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1428480" y="49420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1438200" y="50198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1438200" y="50198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1356120" y="5124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1356120" y="5124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1499040" y="49521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1499040" y="49521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1424160" y="4946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1424160" y="4946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1410840" y="49294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1410840" y="49294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1389960" y="51757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1389960" y="51757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1397520" y="4966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1397520" y="49665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1427760" y="4984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1427760" y="49842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1384560" y="5010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1384560" y="5010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1443240" y="5188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1443240" y="51883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1496880" y="4955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496880" y="4955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1386720" y="5100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1386720" y="51004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1467720" y="4965480"/>
            <a:ext cx="41400" cy="40680"/>
          </a:xfrm>
          <a:custGeom>
            <a:avLst/>
            <a:gdLst/>
            <a:ahLst/>
            <a:rect l="0" t="0" r="r" b="b"/>
            <a:pathLst>
              <a:path w="115" h="113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1467720" y="4965480"/>
            <a:ext cx="41400" cy="40680"/>
          </a:xfrm>
          <a:custGeom>
            <a:avLst/>
            <a:gdLst/>
            <a:ahLst/>
            <a:rect l="0" t="0" r="r" b="b"/>
            <a:pathLst>
              <a:path fill="none" w="115" h="113">
                <a:moveTo>
                  <a:pt x="115" y="57"/>
                </a:moveTo>
                <a:cubicBezTo>
                  <a:pt x="115" y="132"/>
                  <a:pt x="0" y="132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422360" y="50194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422360" y="50194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1415520" y="4598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1415520" y="4598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1315440" y="4956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1315440" y="4956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1466640" y="49543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1466640" y="49543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1481760" y="49654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1481760" y="49654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822240" y="3938400"/>
            <a:ext cx="865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23%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822240" y="463680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0.14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3104640" y="373680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3104640" y="43736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3104640" y="42415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3104640" y="41094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3104640" y="39772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3104640" y="38451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3104640" y="410940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 flipV="1">
            <a:off x="3768840" y="3746160"/>
            <a:ext cx="0" cy="77400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 flipV="1">
            <a:off x="3104640" y="373680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3889800" y="42501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3889800" y="42501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4006800" y="4129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4006800" y="41299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3895920" y="4333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3895920" y="43333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4064040" y="4207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064040" y="42073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3776040" y="42962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3776040" y="42962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4121280" y="42073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4121280" y="42073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4031640" y="4274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4031640" y="4274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3952440" y="4204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3952440" y="42048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4100400" y="42307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4100400" y="42307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3886920" y="42598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3886920" y="42598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3837600" y="4221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3837600" y="4221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3865680" y="4110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3865680" y="4110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3926160" y="4109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3926160" y="4109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3970080" y="4187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3970080" y="4187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3748320" y="4331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3748320" y="43311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4069440" y="4156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4069440" y="41565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3933360" y="42465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3933360" y="42465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3827520" y="42681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3827520" y="42681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3845520" y="4426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3845520" y="4426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3777120" y="426564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3777120" y="426564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3884760" y="42231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3884760" y="42231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3804120" y="4219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3804120" y="42192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3944520" y="4437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3944520" y="4437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4083840" y="41184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4083840" y="41184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3813840" y="43970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3813840" y="43970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3987000" y="4126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3987000" y="41266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3903120" y="424584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3903120" y="424584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3840120" y="41954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3840120" y="41954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3672360" y="42105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3672360" y="42105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3989880" y="41742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3989880" y="41742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4057200" y="4138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4057200" y="41385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822240" y="4784760"/>
            <a:ext cx="865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16%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3210480" y="379008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0.46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3104640" y="458316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3104640" y="52203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3104640" y="50882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3104640" y="49561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3104640" y="48240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3104640" y="46918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3104640" y="495612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 flipV="1">
            <a:off x="3768840" y="4584600"/>
            <a:ext cx="0" cy="78192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 flipV="1">
            <a:off x="3104640" y="458316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4080600" y="511092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4080600" y="511092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4156200" y="4979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4156200" y="4979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4108680" y="51699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4108680" y="51699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4394520" y="5059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4394520" y="5059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3868200" y="51231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3868200" y="51231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4505760" y="5059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4505760" y="50590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4357080" y="51285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4357080" y="51285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4245120" y="51181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4245120" y="51181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4536000" y="5082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4536000" y="5082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4028040" y="5130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4028040" y="5130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3892680" y="5107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3892680" y="51076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4055760" y="49654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4055760" y="49654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4170600" y="49600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4170600" y="49600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4208040" y="50212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4208040" y="50212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3762360" y="51739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3762360" y="51739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4357080" y="500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4357080" y="50058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4145760" y="50947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4145760" y="50947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3877560" y="51818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3877560" y="51818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3943440" y="5261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3943440" y="5261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3792600" y="5217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3792600" y="5217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4117680" y="50680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4117680" y="50680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3960720" y="50594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3960720" y="50594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4168800" y="5302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4168800" y="53028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4381920" y="4971240"/>
            <a:ext cx="41400" cy="40680"/>
          </a:xfrm>
          <a:custGeom>
            <a:avLst/>
            <a:gdLst/>
            <a:ahLst/>
            <a:rect l="0" t="0" r="r" b="b"/>
            <a:pathLst>
              <a:path w="115" h="113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4381920" y="4971240"/>
            <a:ext cx="41400" cy="40680"/>
          </a:xfrm>
          <a:custGeom>
            <a:avLst/>
            <a:gdLst/>
            <a:ahLst/>
            <a:rect l="0" t="0" r="r" b="b"/>
            <a:pathLst>
              <a:path fill="none" w="115" h="113">
                <a:moveTo>
                  <a:pt x="115" y="57"/>
                </a:moveTo>
                <a:cubicBezTo>
                  <a:pt x="115" y="132"/>
                  <a:pt x="0" y="132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3953160" y="5245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3953160" y="5245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4299120" y="49870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4299120" y="49870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4060440" y="507600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4060440" y="507600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4005000" y="5039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4005000" y="5039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3682080" y="5049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3682080" y="5049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4335840" y="50238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4335840" y="50238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4318200" y="49867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2"/>
                  <a:pt x="0" y="132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4318200" y="49867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6"/>
                </a:moveTo>
                <a:cubicBezTo>
                  <a:pt x="114" y="132"/>
                  <a:pt x="0" y="132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3210480" y="3938400"/>
            <a:ext cx="8074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6%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 txBox="1"/>
          <p:nvPr/>
        </p:nvSpPr>
        <p:spPr>
          <a:xfrm>
            <a:off x="3210480" y="463680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0.47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5492880" y="373680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5492880" y="43736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5492880" y="42415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5492880" y="41094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5492880" y="39772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492880" y="38451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5492880" y="410940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 flipV="1">
            <a:off x="6157080" y="3746160"/>
            <a:ext cx="0" cy="77400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 flipV="1">
            <a:off x="5492880" y="373680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6444360" y="4248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6444360" y="424872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6615360" y="4124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6615360" y="4124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6490800" y="4323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6490800" y="4323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6899760" y="4219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6899760" y="4219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6228720" y="428472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6228720" y="428472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6995880" y="4214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6995880" y="4214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6830640" y="42876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6830640" y="42876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6668280" y="4267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6668280" y="42678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7043400" y="42336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7043400" y="42336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6459480" y="42832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6459480" y="42832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6297480" y="42670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6297480" y="42670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6351120" y="4128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6351120" y="4128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6495480" y="4107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6495480" y="4107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6648120" y="4172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6648120" y="41720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6186240" y="43257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6186240" y="43257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6729840" y="415476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6729840" y="415476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6604920" y="4242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6604920" y="4242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6302520" y="432288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6302520" y="432288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6387840" y="439920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6387840" y="439920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6159600" y="436464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6159600" y="436464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6532920" y="4216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6532920" y="42166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6329160" y="42213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6329160" y="42213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6581880" y="4443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6581880" y="4443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6798240" y="4122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6798240" y="41223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6339600" y="43873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6339600" y="43873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6704280" y="41310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6704280" y="41310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6491880" y="42436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6491880" y="42436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6437520" y="41958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6437520" y="41958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6037560" y="42170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6037560" y="42170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6758280" y="4174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6758280" y="41742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6786720" y="41511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6786720" y="41511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 txBox="1"/>
          <p:nvPr/>
        </p:nvSpPr>
        <p:spPr>
          <a:xfrm>
            <a:off x="3210480" y="4784760"/>
            <a:ext cx="8074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3%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5598720" y="379008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0.44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492880" y="4583160"/>
            <a:ext cx="2325240" cy="783720"/>
          </a:xfrm>
          <a:custGeom>
            <a:avLst/>
            <a:gdLst/>
            <a:ahLst/>
            <a:rect l="0" t="0" r="r" b="b"/>
            <a:pathLst>
              <a:path w="6459" h="2177">
                <a:moveTo>
                  <a:pt x="0" y="0"/>
                </a:moveTo>
                <a:lnTo>
                  <a:pt x="6459" y="0"/>
                </a:lnTo>
                <a:lnTo>
                  <a:pt x="6459" y="2177"/>
                </a:lnTo>
                <a:lnTo>
                  <a:pt x="0" y="21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5492880" y="522036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5492880" y="508824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5492880" y="495612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5492880" y="482400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5492880" y="4691880"/>
            <a:ext cx="23248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5492880" y="4956120"/>
            <a:ext cx="2324880" cy="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 flipV="1">
            <a:off x="6157080" y="4584600"/>
            <a:ext cx="0" cy="78192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 flipV="1">
            <a:off x="5492880" y="4583160"/>
            <a:ext cx="1343520" cy="73800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7295400" y="5127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7295400" y="5127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7239600" y="50205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7239600" y="50205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7283520" y="5173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7283520" y="51732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7655040" y="5069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7655040" y="5069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6689520" y="509184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6689520" y="509184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7691760" y="50562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7691760" y="50562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7481520" y="5133600"/>
            <a:ext cx="41040" cy="40680"/>
          </a:xfrm>
          <a:custGeom>
            <a:avLst/>
            <a:gdLst/>
            <a:ahLst/>
            <a:rect l="0" t="0" r="r" b="b"/>
            <a:pathLst>
              <a:path w="114" h="113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2"/>
                  <a:pt x="0" y="132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7481520" y="5133600"/>
            <a:ext cx="41040" cy="40680"/>
          </a:xfrm>
          <a:custGeom>
            <a:avLst/>
            <a:gdLst/>
            <a:ahLst/>
            <a:rect l="0" t="0" r="r" b="b"/>
            <a:pathLst>
              <a:path fill="none" w="114" h="113">
                <a:moveTo>
                  <a:pt x="114" y="57"/>
                </a:moveTo>
                <a:cubicBezTo>
                  <a:pt x="114" y="132"/>
                  <a:pt x="0" y="132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7437600" y="51170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7437600" y="51170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7664400" y="5088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7664400" y="5088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7113240" y="5166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7113240" y="5166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6499440" y="51314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6499440" y="51314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7227000" y="49982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7227000" y="49982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7357680" y="49845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7357680" y="49845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7291800" y="50166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7291800" y="50166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6366960" y="51742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6366960" y="51742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7498800" y="4999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7498800" y="49996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7374600" y="5092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7374600" y="5092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6522840" y="51908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6522840" y="51908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6843240" y="52776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6843240" y="52776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6485400" y="51991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6485400" y="51991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7248960" y="50810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7248960" y="50810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6995880" y="50965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6995880" y="50965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7384320" y="5310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7384320" y="5310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7639200" y="49766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7639200" y="49766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7004880" y="526464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7004880" y="526464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7466040" y="49816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7466040" y="49816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7143120" y="512568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7143120" y="512568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7016040" y="50619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7016040" y="50619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6207120" y="50493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6207120" y="50493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7581600" y="5024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7581600" y="50241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7511040" y="49766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7511040" y="49766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7920">
            <a:solidFill>
              <a:srgbClr val="D55E00">
                <a:alpha val="8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5598720" y="3938400"/>
            <a:ext cx="8074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3%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5598720" y="4636800"/>
            <a:ext cx="470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rho = 0.48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5598720" y="4784760"/>
            <a:ext cx="8074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0% agree on sign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 txBox="1"/>
          <p:nvPr/>
        </p:nvSpPr>
        <p:spPr>
          <a:xfrm>
            <a:off x="767160" y="3565800"/>
            <a:ext cx="282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 txBox="1"/>
          <p:nvPr/>
        </p:nvSpPr>
        <p:spPr>
          <a:xfrm>
            <a:off x="3155400" y="3565800"/>
            <a:ext cx="282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5543640" y="3565800"/>
            <a:ext cx="282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 txBox="1"/>
          <p:nvPr/>
        </p:nvSpPr>
        <p:spPr>
          <a:xfrm rot="5400000">
            <a:off x="7654680" y="3995280"/>
            <a:ext cx="54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SSP2-4.5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716400" y="5366520"/>
            <a:ext cx="2324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 flipV="1">
            <a:off x="114012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 flipV="1">
            <a:off x="138096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 flipV="1">
            <a:off x="186228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 flipV="1">
            <a:off x="234324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 flipV="1">
            <a:off x="282456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 rot="5400000">
            <a:off x="7654680" y="4842000"/>
            <a:ext cx="54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SSP5-8.5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 txBox="1"/>
          <p:nvPr/>
        </p:nvSpPr>
        <p:spPr>
          <a:xfrm>
            <a:off x="107676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131760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 txBox="1"/>
          <p:nvPr/>
        </p:nvSpPr>
        <p:spPr>
          <a:xfrm>
            <a:off x="179892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225468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3104640" y="5366520"/>
            <a:ext cx="2324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 flipV="1">
            <a:off x="352836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 flipV="1">
            <a:off x="376884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 flipV="1">
            <a:off x="425016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 flipV="1">
            <a:off x="473148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 flipV="1">
            <a:off x="521280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273600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346500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370584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418680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464292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5492880" y="5366520"/>
            <a:ext cx="23248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 flipV="1">
            <a:off x="591660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 flipV="1">
            <a:off x="615708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 flipV="1">
            <a:off x="663840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 flipV="1">
            <a:off x="711972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 flipV="1">
            <a:off x="7601040" y="53665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 txBox="1"/>
          <p:nvPr/>
        </p:nvSpPr>
        <p:spPr>
          <a:xfrm>
            <a:off x="512424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585324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609408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 txBox="1"/>
          <p:nvPr/>
        </p:nvSpPr>
        <p:spPr>
          <a:xfrm>
            <a:off x="6575040" y="5410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703116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 flipV="1">
            <a:off x="716400" y="3736800"/>
            <a:ext cx="0" cy="783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 txBox="1"/>
          <p:nvPr/>
        </p:nvSpPr>
        <p:spPr>
          <a:xfrm>
            <a:off x="7512120" y="5410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481680" y="432324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481680" y="419112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481680" y="40590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 txBox="1"/>
          <p:nvPr/>
        </p:nvSpPr>
        <p:spPr>
          <a:xfrm>
            <a:off x="481680" y="392688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684720" y="4373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684720" y="4241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684720" y="41094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684720" y="3977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684720" y="3845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 flipV="1">
            <a:off x="716400" y="4583160"/>
            <a:ext cx="0" cy="7833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 txBox="1"/>
          <p:nvPr/>
        </p:nvSpPr>
        <p:spPr>
          <a:xfrm>
            <a:off x="481680" y="379476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 txBox="1"/>
          <p:nvPr/>
        </p:nvSpPr>
        <p:spPr>
          <a:xfrm>
            <a:off x="481680" y="51696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481680" y="503748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481680" y="490536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481680" y="477324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684720" y="52203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684720" y="5088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684720" y="4956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684720" y="48240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684720" y="4691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481680" y="464112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3301920" y="5556960"/>
            <a:ext cx="18500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Mechanistic hazard ratio vs 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 txBox="1"/>
          <p:nvPr/>
        </p:nvSpPr>
        <p:spPr>
          <a:xfrm rot="16200000">
            <a:off x="-753120" y="4536000"/>
            <a:ext cx="2152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Machine-learning hazard ratio vs 2024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716400" y="3293280"/>
            <a:ext cx="5368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mechanistic model projects increases in 178 of 186 province-scenario cells, the ML model in only 8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716400" y="3090240"/>
            <a:ext cx="22834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Outside it they diverge completely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170640" y="29440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Figure7</dc:title>
</cp:coreProperties>
</file>