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8229600" cy="5842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11480" y="218520"/>
            <a:ext cx="7406280" cy="91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11480" y="1282680"/>
            <a:ext cx="7406280" cy="317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8229960" cy="5842080"/>
          </a:xfrm>
          <a:custGeom>
            <a:avLst/>
            <a:gdLst/>
            <a:ahLst/>
            <a:rect l="0" t="0" r="r" b="b"/>
            <a:pathLst>
              <a:path w="22861" h="16228">
                <a:moveTo>
                  <a:pt x="0" y="0"/>
                </a:moveTo>
                <a:lnTo>
                  <a:pt x="22861" y="0"/>
                </a:lnTo>
                <a:lnTo>
                  <a:pt x="22861" y="16228"/>
                </a:lnTo>
                <a:lnTo>
                  <a:pt x="0" y="1622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8229960" cy="5842080"/>
          </a:xfrm>
          <a:custGeom>
            <a:avLst/>
            <a:gdLst/>
            <a:ahLst/>
            <a:rect l="0" t="0" r="r" b="b"/>
            <a:pathLst>
              <a:path w="22861" h="16228">
                <a:moveTo>
                  <a:pt x="0" y="0"/>
                </a:moveTo>
                <a:lnTo>
                  <a:pt x="22861" y="0"/>
                </a:lnTo>
                <a:lnTo>
                  <a:pt x="22861" y="16228"/>
                </a:lnTo>
                <a:lnTo>
                  <a:pt x="0" y="1622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3320">
            <a:solidFill>
              <a:srgbClr val="FFFFFF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69480" y="2861640"/>
            <a:ext cx="8090640" cy="2910960"/>
          </a:xfrm>
          <a:custGeom>
            <a:avLst/>
            <a:gdLst/>
            <a:ahLst/>
            <a:rect l="0" t="0" r="r" b="b"/>
            <a:pathLst>
              <a:path w="22474" h="8086">
                <a:moveTo>
                  <a:pt x="0" y="0"/>
                </a:moveTo>
                <a:lnTo>
                  <a:pt x="22474" y="0"/>
                </a:lnTo>
                <a:lnTo>
                  <a:pt x="22474" y="8086"/>
                </a:lnTo>
                <a:lnTo>
                  <a:pt x="0" y="8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69480" y="69480"/>
            <a:ext cx="3686760" cy="2792520"/>
          </a:xfrm>
          <a:custGeom>
            <a:avLst/>
            <a:gdLst/>
            <a:ahLst/>
            <a:rect l="0" t="0" r="r" b="b"/>
            <a:pathLst>
              <a:path w="10241" h="7757">
                <a:moveTo>
                  <a:pt x="0" y="0"/>
                </a:moveTo>
                <a:lnTo>
                  <a:pt x="10241" y="0"/>
                </a:lnTo>
                <a:lnTo>
                  <a:pt x="10241" y="7757"/>
                </a:lnTo>
                <a:lnTo>
                  <a:pt x="0" y="77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3755880" y="69480"/>
            <a:ext cx="4404240" cy="2792520"/>
          </a:xfrm>
          <a:custGeom>
            <a:avLst/>
            <a:gdLst/>
            <a:ahLst/>
            <a:rect l="0" t="0" r="r" b="b"/>
            <a:pathLst>
              <a:path w="12234" h="7757">
                <a:moveTo>
                  <a:pt x="0" y="0"/>
                </a:moveTo>
                <a:lnTo>
                  <a:pt x="12234" y="0"/>
                </a:lnTo>
                <a:lnTo>
                  <a:pt x="12234" y="7757"/>
                </a:lnTo>
                <a:lnTo>
                  <a:pt x="0" y="77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716400" y="1070640"/>
            <a:ext cx="2938680" cy="1385640"/>
          </a:xfrm>
          <a:custGeom>
            <a:avLst/>
            <a:gdLst/>
            <a:ahLst/>
            <a:rect l="0" t="0" r="r" b="b"/>
            <a:pathLst>
              <a:path w="8163" h="3849">
                <a:moveTo>
                  <a:pt x="0" y="0"/>
                </a:moveTo>
                <a:lnTo>
                  <a:pt x="8163" y="0"/>
                </a:lnTo>
                <a:lnTo>
                  <a:pt x="8163" y="3849"/>
                </a:lnTo>
                <a:lnTo>
                  <a:pt x="0" y="38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716400" y="2407320"/>
            <a:ext cx="29383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716400" y="1985040"/>
            <a:ext cx="29383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716400" y="1522080"/>
            <a:ext cx="29383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716400" y="1099800"/>
            <a:ext cx="29383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2025720" y="2212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2025720" y="2212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2001960" y="2176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2001960" y="2176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2042280" y="21646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2042280" y="21646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2215080" y="19623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2215080" y="19623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2203200" y="1851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203200" y="1851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2381040" y="20307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2381040" y="20307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2423520" y="19101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2423520" y="19101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2412360" y="20718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412360" y="20718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2503800" y="17420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2503800" y="17420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2509560" y="1937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2509560" y="1937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2605320" y="1729440"/>
            <a:ext cx="29880" cy="30600"/>
          </a:xfrm>
          <a:custGeom>
            <a:avLst/>
            <a:gdLst/>
            <a:ahLst/>
            <a:rect l="0" t="0" r="r" b="b"/>
            <a:pathLst>
              <a:path w="83" h="85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2605320" y="1729440"/>
            <a:ext cx="29880" cy="30600"/>
          </a:xfrm>
          <a:custGeom>
            <a:avLst/>
            <a:gdLst/>
            <a:ahLst/>
            <a:rect l="0" t="0" r="r" b="b"/>
            <a:pathLst>
              <a:path fill="none" w="83" h="85">
                <a:moveTo>
                  <a:pt x="83" y="42"/>
                </a:moveTo>
                <a:cubicBezTo>
                  <a:pt x="83" y="99"/>
                  <a:pt x="0" y="99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2609640" y="17632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2609640" y="17632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2464560" y="1944720"/>
            <a:ext cx="30600" cy="30240"/>
          </a:xfrm>
          <a:custGeom>
            <a:avLst/>
            <a:gdLst/>
            <a:ahLst/>
            <a:rect l="0" t="0" r="r" b="b"/>
            <a:pathLst>
              <a:path w="85" h="84">
                <a:moveTo>
                  <a:pt x="0" y="41"/>
                </a:moveTo>
                <a:cubicBezTo>
                  <a:pt x="0" y="-14"/>
                  <a:pt x="85" y="-14"/>
                  <a:pt x="85" y="41"/>
                </a:cubicBezTo>
                <a:cubicBezTo>
                  <a:pt x="85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2464560" y="1944720"/>
            <a:ext cx="30600" cy="30240"/>
          </a:xfrm>
          <a:custGeom>
            <a:avLst/>
            <a:gdLst/>
            <a:ahLst/>
            <a:rect l="0" t="0" r="r" b="b"/>
            <a:pathLst>
              <a:path fill="none" w="85" h="84">
                <a:moveTo>
                  <a:pt x="85" y="41"/>
                </a:moveTo>
                <a:cubicBezTo>
                  <a:pt x="85" y="98"/>
                  <a:pt x="0" y="98"/>
                  <a:pt x="0" y="41"/>
                </a:cubicBezTo>
                <a:cubicBezTo>
                  <a:pt x="0" y="-14"/>
                  <a:pt x="85" y="-14"/>
                  <a:pt x="85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2492280" y="17816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2492280" y="17816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2537280" y="1762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2537280" y="1762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2652120" y="15609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2652120" y="15609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2697480" y="1830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2697480" y="1830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2671560" y="16725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2671560" y="16725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2683440" y="1813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2683440" y="1813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2737080" y="1647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2737080" y="1647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2811240" y="18187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2811240" y="18187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2932200" y="20325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2932200" y="20325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1568520" y="21837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1568520" y="21837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1342080" y="2198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1342080" y="2198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1220400" y="22622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1220400" y="22622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1133640" y="22611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1133640" y="22611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1430280" y="22298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1430280" y="22298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1441080" y="20700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1441080" y="20700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1545840" y="2202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1545840" y="2202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1320120" y="22186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1320120" y="22186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1569960" y="21175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1569960" y="21175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1406520" y="22046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1406520" y="22046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1163160" y="2160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1163160" y="2160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1395360" y="2229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395360" y="2229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1453320" y="21250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1453320" y="21250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1647000" y="19825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1647000" y="19825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1674720" y="2031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1674720" y="2031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873800" y="19861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1873800" y="19861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1821240" y="1924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1821240" y="1924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1878480" y="1888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1878480" y="1888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1839240" y="21286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1839240" y="21286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2023920" y="19749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2023920" y="19749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2218320" y="19368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2218320" y="19368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2351160" y="2005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2351160" y="2005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2598480" y="20052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2598480" y="20052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983520" y="21524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983520" y="21524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1355400" y="2097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1355400" y="2097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1289520" y="20836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1289520" y="20836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1082160" y="21146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1082160" y="21146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835200" y="21700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835200" y="21700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1390320" y="20707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1390320" y="20707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1244160" y="2088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1244160" y="2088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885960" y="2275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885960" y="2275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1163160" y="2199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1163160" y="2199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1026360" y="22384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1026360" y="22384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1277280" y="21074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1277280" y="21074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1441080" y="20030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1441080" y="20030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1462680" y="2028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1462680" y="2028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1572840" y="1811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572840" y="1811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1602000" y="1834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1602000" y="1834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1743120" y="19630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1743120" y="19630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1881360" y="1915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1881360" y="1915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1929960" y="19947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1929960" y="19947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1905120" y="2038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1905120" y="2038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2065680" y="1932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2065680" y="1932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2165400" y="2000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2165400" y="2000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2360880" y="2034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2360880" y="2034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2520360" y="2135160"/>
            <a:ext cx="29880" cy="30600"/>
          </a:xfrm>
          <a:custGeom>
            <a:avLst/>
            <a:gdLst/>
            <a:ahLst/>
            <a:rect l="0" t="0" r="r" b="b"/>
            <a:pathLst>
              <a:path w="83" h="85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2520360" y="2135160"/>
            <a:ext cx="29880" cy="30600"/>
          </a:xfrm>
          <a:custGeom>
            <a:avLst/>
            <a:gdLst/>
            <a:ahLst/>
            <a:rect l="0" t="0" r="r" b="b"/>
            <a:pathLst>
              <a:path fill="none" w="83" h="85">
                <a:moveTo>
                  <a:pt x="83" y="42"/>
                </a:moveTo>
                <a:cubicBezTo>
                  <a:pt x="83" y="99"/>
                  <a:pt x="0" y="99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2097360" y="2110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2097360" y="2110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2111760" y="21520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2111760" y="21520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1988280" y="22183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1988280" y="22183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2171160" y="20818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2171160" y="20818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2386800" y="21016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2386800" y="21016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2093040" y="20188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2093040" y="20188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2426400" y="2077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2426400" y="2077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2386080" y="20512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2386080" y="20512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2646360" y="1884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2646360" y="1884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2618280" y="178524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2618280" y="178524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2666160" y="1851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2666160" y="1851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2649240" y="1764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2649240" y="1764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2643120" y="1821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2643120" y="1821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2657520" y="1715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2657520" y="1715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2722320" y="17463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2722320" y="17463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2755080" y="17499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2755080" y="17499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2821320" y="17910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2821320" y="17910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2759040" y="16614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2759040" y="16614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2736000" y="15508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2736000" y="15508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2835000" y="1654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2835000" y="1654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2971080" y="18460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2971080" y="18460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3047040" y="2131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3047040" y="2131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1393560" y="2199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1393560" y="2199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1337040" y="22197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1337040" y="22197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1099440" y="20962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1099440" y="20962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1225080" y="22107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1225080" y="22107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1250280" y="2176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1250280" y="2176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1292040" y="21297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1292040" y="21297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1187280" y="2130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1187280" y="2130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1365480" y="2046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1365480" y="2046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1344600" y="20833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1344600" y="20833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1053720" y="21981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1053720" y="21981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1226520" y="2144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1226520" y="2144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1462320" y="1905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1462320" y="1905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1607040" y="17931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1607040" y="17931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1612800" y="17539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1612800" y="17539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1768320" y="20271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1768320" y="20271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1834560" y="2027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1834560" y="2027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2032920" y="2065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2032920" y="2065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2159280" y="1998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2159280" y="1998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2147400" y="19612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2147400" y="19612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2282040" y="21884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2282040" y="21884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2401920" y="19926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2401920" y="19926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2580840" y="1941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2580840" y="1941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2058480" y="20268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2058480" y="20268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1781640" y="21520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1781640" y="21520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1779840" y="21535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1779840" y="21535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1766880" y="1928160"/>
            <a:ext cx="29880" cy="30600"/>
          </a:xfrm>
          <a:custGeom>
            <a:avLst/>
            <a:gdLst/>
            <a:ahLst/>
            <a:rect l="0" t="0" r="r" b="b"/>
            <a:pathLst>
              <a:path w="83" h="85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1766880" y="1928160"/>
            <a:ext cx="29880" cy="30600"/>
          </a:xfrm>
          <a:custGeom>
            <a:avLst/>
            <a:gdLst/>
            <a:ahLst/>
            <a:rect l="0" t="0" r="r" b="b"/>
            <a:pathLst>
              <a:path fill="none" w="83" h="85">
                <a:moveTo>
                  <a:pt x="83" y="42"/>
                </a:moveTo>
                <a:cubicBezTo>
                  <a:pt x="83" y="99"/>
                  <a:pt x="0" y="99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1902960" y="190512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1902960" y="190512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1597320" y="21646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1597320" y="21646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1617120" y="2322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1617120" y="2322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1570680" y="23184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1570680" y="23184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1429200" y="22136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1429200" y="22136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1777320" y="21423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1777320" y="21423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1713600" y="2114280"/>
            <a:ext cx="29880" cy="30600"/>
          </a:xfrm>
          <a:custGeom>
            <a:avLst/>
            <a:gdLst/>
            <a:ahLst/>
            <a:rect l="0" t="0" r="r" b="b"/>
            <a:pathLst>
              <a:path w="83" h="85">
                <a:moveTo>
                  <a:pt x="0" y="43"/>
                </a:moveTo>
                <a:cubicBezTo>
                  <a:pt x="0" y="-14"/>
                  <a:pt x="83" y="-14"/>
                  <a:pt x="83" y="43"/>
                </a:cubicBezTo>
                <a:cubicBezTo>
                  <a:pt x="83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1713600" y="2114280"/>
            <a:ext cx="29880" cy="30600"/>
          </a:xfrm>
          <a:custGeom>
            <a:avLst/>
            <a:gdLst/>
            <a:ahLst/>
            <a:rect l="0" t="0" r="r" b="b"/>
            <a:pathLst>
              <a:path fill="none" w="83" h="85">
                <a:moveTo>
                  <a:pt x="83" y="43"/>
                </a:moveTo>
                <a:cubicBezTo>
                  <a:pt x="83" y="99"/>
                  <a:pt x="0" y="99"/>
                  <a:pt x="0" y="43"/>
                </a:cubicBezTo>
                <a:cubicBezTo>
                  <a:pt x="0" y="-14"/>
                  <a:pt x="83" y="-14"/>
                  <a:pt x="83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1697760" y="21596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1697760" y="21596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1800720" y="1726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1800720" y="1726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2109960" y="19458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2109960" y="19458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2099880" y="18198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2099880" y="18198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1980360" y="2032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1980360" y="2032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2127240" y="20372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2127240" y="20372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2268000" y="2032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2268000" y="2032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2362320" y="20833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2362320" y="20833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2302920" y="19832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2302920" y="19832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2571480" y="2075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2571480" y="2075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2586240" y="2059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2586240" y="2059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2825640" y="22431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2825640" y="22431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3029040" y="1946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3029040" y="1946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1634040" y="2192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1634040" y="2192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1890000" y="19569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1890000" y="19569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1724760" y="2149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1724760" y="2149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1608480" y="2378160"/>
            <a:ext cx="30600" cy="30240"/>
          </a:xfrm>
          <a:custGeom>
            <a:avLst/>
            <a:gdLst/>
            <a:ahLst/>
            <a:rect l="0" t="0" r="r" b="b"/>
            <a:pathLst>
              <a:path w="85" h="84">
                <a:moveTo>
                  <a:pt x="0" y="42"/>
                </a:moveTo>
                <a:cubicBezTo>
                  <a:pt x="0" y="-14"/>
                  <a:pt x="85" y="-14"/>
                  <a:pt x="85" y="42"/>
                </a:cubicBezTo>
                <a:cubicBezTo>
                  <a:pt x="85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1608480" y="2378160"/>
            <a:ext cx="30600" cy="30240"/>
          </a:xfrm>
          <a:custGeom>
            <a:avLst/>
            <a:gdLst/>
            <a:ahLst/>
            <a:rect l="0" t="0" r="r" b="b"/>
            <a:pathLst>
              <a:path fill="none" w="85" h="84">
                <a:moveTo>
                  <a:pt x="85" y="42"/>
                </a:moveTo>
                <a:cubicBezTo>
                  <a:pt x="85" y="98"/>
                  <a:pt x="0" y="98"/>
                  <a:pt x="0" y="42"/>
                </a:cubicBezTo>
                <a:cubicBezTo>
                  <a:pt x="0" y="-14"/>
                  <a:pt x="85" y="-14"/>
                  <a:pt x="85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2014920" y="21358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2014920" y="21358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1276920" y="22834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1276920" y="22834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1507680" y="2358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1507680" y="2358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1155600" y="23072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1155600" y="23072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1807200" y="22064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1807200" y="22064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1306080" y="2374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1306080" y="2374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1893240" y="20700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1893240" y="20700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2008080" y="20710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2008080" y="20710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1992600" y="1888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1992600" y="1888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1971000" y="1735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1971000" y="1735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2359800" y="1912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2359800" y="1912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2391840" y="18561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2391840" y="18561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2415240" y="1899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2415240" y="1899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2391480" y="1987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2391480" y="1987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2550240" y="20548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2550240" y="20548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2712240" y="16995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2712240" y="16995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2963520" y="19134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2963520" y="19134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1604520" y="2090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1604520" y="2090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1827720" y="21502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1827720" y="21502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1911600" y="2059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1911600" y="2059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1887840" y="2029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1887840" y="2029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1943280" y="2127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1943280" y="2127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1880640" y="2091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1880640" y="2091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1456560" y="21373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1456560" y="21373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1753200" y="21679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1753200" y="21679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1785600" y="2084040"/>
            <a:ext cx="30600" cy="30240"/>
          </a:xfrm>
          <a:custGeom>
            <a:avLst/>
            <a:gdLst/>
            <a:ahLst/>
            <a:rect l="0" t="0" r="r" b="b"/>
            <a:pathLst>
              <a:path w="85" h="84">
                <a:moveTo>
                  <a:pt x="0" y="42"/>
                </a:moveTo>
                <a:cubicBezTo>
                  <a:pt x="0" y="-14"/>
                  <a:pt x="85" y="-14"/>
                  <a:pt x="85" y="42"/>
                </a:cubicBezTo>
                <a:cubicBezTo>
                  <a:pt x="85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1785600" y="2084040"/>
            <a:ext cx="30600" cy="30240"/>
          </a:xfrm>
          <a:custGeom>
            <a:avLst/>
            <a:gdLst/>
            <a:ahLst/>
            <a:rect l="0" t="0" r="r" b="b"/>
            <a:pathLst>
              <a:path fill="none" w="85" h="84">
                <a:moveTo>
                  <a:pt x="85" y="42"/>
                </a:moveTo>
                <a:cubicBezTo>
                  <a:pt x="85" y="98"/>
                  <a:pt x="0" y="98"/>
                  <a:pt x="0" y="42"/>
                </a:cubicBezTo>
                <a:cubicBezTo>
                  <a:pt x="0" y="-14"/>
                  <a:pt x="85" y="-14"/>
                  <a:pt x="85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1092240" y="22698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1092240" y="22698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1719720" y="21924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1719720" y="21924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1723680" y="19828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1723680" y="19828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1684800" y="21434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1684800" y="21434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1689120" y="22957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1689120" y="22957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1831680" y="19720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1831680" y="19720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1983240" y="17863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1983240" y="17863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2074680" y="1786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2074680" y="1786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1999800" y="2146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1999800" y="2146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2040840" y="20131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2040840" y="20131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2389320" y="1877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2389320" y="1877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2521440" y="20116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2521440" y="20116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2667960" y="2010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2667960" y="2010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2878200" y="20991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2878200" y="20991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1752840" y="19494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1752840" y="19494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1462680" y="2239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1462680" y="2239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1630080" y="1915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1630080" y="1915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1779840" y="20941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1779840" y="20941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1671840" y="19303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1671840" y="19303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1827720" y="20340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1827720" y="20340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1846800" y="16779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1846800" y="16779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1770840" y="2014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1770840" y="2014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1919160" y="1773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1919160" y="1773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1841040" y="16531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1841040" y="16531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1746360" y="17229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1746360" y="17229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1748520" y="17107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1748520" y="17107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1756440" y="22035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1756440" y="22035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1698480" y="17092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1698480" y="17092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1774440" y="20188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1774440" y="20188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1935360" y="1902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1935360" y="1902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2013480" y="1912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2013480" y="1912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2080800" y="170928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0" y="41"/>
                </a:moveTo>
                <a:cubicBezTo>
                  <a:pt x="0" y="-14"/>
                  <a:pt x="83" y="-14"/>
                  <a:pt x="83" y="41"/>
                </a:cubicBezTo>
                <a:cubicBezTo>
                  <a:pt x="83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2080800" y="1709280"/>
            <a:ext cx="29880" cy="29880"/>
          </a:xfrm>
          <a:custGeom>
            <a:avLst/>
            <a:gdLst/>
            <a:ahLst/>
            <a:rect l="0" t="0" r="r" b="b"/>
            <a:pathLst>
              <a:path fill="none" w="83" h="83">
                <a:moveTo>
                  <a:pt x="83" y="41"/>
                </a:moveTo>
                <a:cubicBezTo>
                  <a:pt x="83" y="97"/>
                  <a:pt x="0" y="97"/>
                  <a:pt x="0" y="41"/>
                </a:cubicBezTo>
                <a:cubicBezTo>
                  <a:pt x="0" y="-14"/>
                  <a:pt x="83" y="-14"/>
                  <a:pt x="83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1997640" y="18482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1997640" y="18482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2088000" y="1833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2088000" y="1833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2032560" y="16851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2032560" y="16851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2250720" y="17902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2250720" y="17902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2341800" y="2065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2341800" y="2065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2352600" y="19602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2352600" y="19602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2262600" y="21002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2262600" y="21002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2229480" y="21513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2229480" y="21513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1965600" y="1847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1965600" y="1847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1960560" y="2145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1960560" y="2145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2026800" y="2052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2026800" y="2052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2133720" y="1859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2133720" y="1859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1746000" y="18360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1746000" y="18360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1798920" y="22356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1798920" y="22356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1915560" y="22316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1915560" y="22316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1865520" y="22845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1865520" y="22845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1391400" y="23576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1391400" y="23576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2292480" y="19832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2292480" y="19832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2149200" y="21700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2149200" y="21700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1974240" y="2133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1974240" y="2133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1986480" y="21895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1986480" y="21895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2161080" y="206784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2161080" y="206784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1710720" y="230112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1710720" y="230112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2152440" y="19814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2152440" y="19814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2171160" y="1980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2171160" y="1980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2455920" y="1978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2455920" y="1978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2887560" y="2014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2887560" y="2014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1772640" y="2254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1772640" y="2254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1760040" y="22194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1760040" y="22194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1977840" y="21528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1977840" y="21528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1960560" y="21337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1960560" y="21337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2142000" y="20559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2142000" y="20559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2313360" y="19684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2313360" y="19684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2485080" y="17658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2485080" y="17658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2459160" y="1883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2459160" y="1883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2536200" y="1728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2536200" y="1728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2595240" y="1613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2595240" y="1613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2610720" y="17114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2610720" y="17114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2616120" y="1757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2616120" y="1757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2673000" y="1609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2673000" y="1609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2631960" y="1697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2631960" y="1697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2676240" y="14241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2676240" y="14241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2696040" y="1590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2696040" y="1590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2774520" y="19292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2774520" y="19292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2771280" y="1588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2771280" y="1588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2753640" y="18795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2753640" y="18795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2775960" y="1647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2775960" y="1647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2775960" y="1535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2775960" y="1535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2806920" y="1829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2806920" y="1829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2856600" y="21016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2856600" y="21016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1885320" y="21628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1885320" y="21628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1626480" y="21639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1626480" y="21639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1825560" y="2167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1825560" y="2167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2048400" y="21175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2048400" y="21175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2147400" y="21114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2147400" y="21114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2201040" y="19245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2201040" y="19245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2171160" y="20880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2171160" y="20880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2251800" y="20311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2251800" y="20311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2331000" y="17226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2331000" y="17226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2318400" y="17294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2318400" y="17294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2370600" y="18021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2370600" y="18021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2325240" y="1764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2325240" y="1764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2386800" y="192096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2386800" y="192096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2422800" y="1977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2422800" y="1977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2434680" y="16362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2434680" y="16362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2464920" y="16491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2464920" y="16491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2440800" y="1614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2440800" y="1614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2442600" y="17906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2442600" y="17906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2592360" y="1836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2592360" y="1836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2670840" y="20754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2670840" y="20754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2756520" y="2086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2756520" y="2086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2892960" y="2207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2892960" y="2207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2495520" y="20984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2495520" y="20984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2306880" y="21081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2306880" y="21081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2336400" y="2068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2336400" y="2068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2190600" y="21081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2190600" y="21081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2264040" y="2169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2264040" y="2169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2261520" y="2103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2261520" y="2103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2409840" y="2137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2409840" y="2137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2628360" y="1926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2628360" y="1926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2747160" y="17341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2747160" y="17341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2475720" y="1950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2475720" y="1950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2650320" y="18414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2650320" y="18414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2611080" y="19630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2611080" y="19630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2608200" y="19994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2608200" y="19994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2757240" y="17827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2757240" y="17827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2782440" y="19479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2782440" y="19479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2816640" y="18291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2816640" y="18291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2889360" y="20095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2889360" y="20095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2910240" y="17722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2910240" y="17722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2855160" y="16257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2855160" y="16257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3094560" y="16963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3094560" y="16963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3254040" y="1829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3254040" y="1829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3328200" y="16426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3328200" y="16426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3506400" y="1950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3506400" y="1950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1972800" y="2231640"/>
            <a:ext cx="29880" cy="30600"/>
          </a:xfrm>
          <a:custGeom>
            <a:avLst/>
            <a:gdLst/>
            <a:ahLst/>
            <a:rect l="0" t="0" r="r" b="b"/>
            <a:pathLst>
              <a:path w="83" h="85">
                <a:moveTo>
                  <a:pt x="0" y="43"/>
                </a:moveTo>
                <a:cubicBezTo>
                  <a:pt x="0" y="-14"/>
                  <a:pt x="83" y="-14"/>
                  <a:pt x="83" y="43"/>
                </a:cubicBezTo>
                <a:cubicBezTo>
                  <a:pt x="83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1972800" y="2231640"/>
            <a:ext cx="29880" cy="30600"/>
          </a:xfrm>
          <a:custGeom>
            <a:avLst/>
            <a:gdLst/>
            <a:ahLst/>
            <a:rect l="0" t="0" r="r" b="b"/>
            <a:pathLst>
              <a:path fill="none" w="83" h="85">
                <a:moveTo>
                  <a:pt x="83" y="43"/>
                </a:moveTo>
                <a:cubicBezTo>
                  <a:pt x="83" y="99"/>
                  <a:pt x="0" y="99"/>
                  <a:pt x="0" y="43"/>
                </a:cubicBezTo>
                <a:cubicBezTo>
                  <a:pt x="0" y="-14"/>
                  <a:pt x="83" y="-14"/>
                  <a:pt x="83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1817640" y="2138400"/>
            <a:ext cx="29880" cy="30600"/>
          </a:xfrm>
          <a:custGeom>
            <a:avLst/>
            <a:gdLst/>
            <a:ahLst/>
            <a:rect l="0" t="0" r="r" b="b"/>
            <a:pathLst>
              <a:path w="83" h="85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1817640" y="2138400"/>
            <a:ext cx="29880" cy="30600"/>
          </a:xfrm>
          <a:custGeom>
            <a:avLst/>
            <a:gdLst/>
            <a:ahLst/>
            <a:rect l="0" t="0" r="r" b="b"/>
            <a:pathLst>
              <a:path fill="none" w="83" h="85">
                <a:moveTo>
                  <a:pt x="83" y="42"/>
                </a:moveTo>
                <a:cubicBezTo>
                  <a:pt x="83" y="99"/>
                  <a:pt x="0" y="99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1980720" y="2182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1980720" y="2182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1990440" y="22136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1990440" y="22136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2059560" y="21729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2059560" y="21729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2194560" y="19436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2194560" y="19436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2296440" y="20260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2296440" y="20260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2287080" y="1868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2287080" y="1868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2400840" y="1960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2400840" y="1960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2462400" y="20185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2462400" y="20185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2474640" y="17215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2474640" y="17215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2485440" y="15588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2485440" y="15588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2553120" y="1760040"/>
            <a:ext cx="30600" cy="30600"/>
          </a:xfrm>
          <a:custGeom>
            <a:avLst/>
            <a:gdLst/>
            <a:ahLst/>
            <a:rect l="0" t="0" r="r" b="b"/>
            <a:pathLst>
              <a:path w="85" h="85">
                <a:moveTo>
                  <a:pt x="0" y="43"/>
                </a:moveTo>
                <a:cubicBezTo>
                  <a:pt x="0" y="-14"/>
                  <a:pt x="85" y="-14"/>
                  <a:pt x="85" y="43"/>
                </a:cubicBezTo>
                <a:cubicBezTo>
                  <a:pt x="85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2553120" y="1760040"/>
            <a:ext cx="30600" cy="30600"/>
          </a:xfrm>
          <a:custGeom>
            <a:avLst/>
            <a:gdLst/>
            <a:ahLst/>
            <a:rect l="0" t="0" r="r" b="b"/>
            <a:pathLst>
              <a:path fill="none" w="85" h="85">
                <a:moveTo>
                  <a:pt x="85" y="43"/>
                </a:moveTo>
                <a:cubicBezTo>
                  <a:pt x="85" y="99"/>
                  <a:pt x="0" y="99"/>
                  <a:pt x="0" y="43"/>
                </a:cubicBezTo>
                <a:cubicBezTo>
                  <a:pt x="0" y="-14"/>
                  <a:pt x="85" y="-14"/>
                  <a:pt x="85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2560320" y="18738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2560320" y="18738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2558880" y="18579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2558880" y="18579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2589480" y="17697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2589480" y="17697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1671120" y="2086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1671120" y="2086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1607040" y="209952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1607040" y="209952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1750680" y="1914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1750680" y="1914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1744200" y="21643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1744200" y="21643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1851840" y="21718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1851840" y="21718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1909800" y="20001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1909800" y="20001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2057760" y="20962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2057760" y="20962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2124720" y="19465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2124720" y="19465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2126520" y="1944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2126520" y="1944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2017800" y="1958400"/>
            <a:ext cx="29880" cy="30600"/>
          </a:xfrm>
          <a:custGeom>
            <a:avLst/>
            <a:gdLst/>
            <a:ahLst/>
            <a:rect l="0" t="0" r="r" b="b"/>
            <a:pathLst>
              <a:path w="83" h="85">
                <a:moveTo>
                  <a:pt x="0" y="43"/>
                </a:moveTo>
                <a:cubicBezTo>
                  <a:pt x="0" y="-14"/>
                  <a:pt x="83" y="-14"/>
                  <a:pt x="83" y="43"/>
                </a:cubicBezTo>
                <a:cubicBezTo>
                  <a:pt x="83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2017800" y="1958400"/>
            <a:ext cx="29880" cy="30600"/>
          </a:xfrm>
          <a:custGeom>
            <a:avLst/>
            <a:gdLst/>
            <a:ahLst/>
            <a:rect l="0" t="0" r="r" b="b"/>
            <a:pathLst>
              <a:path fill="none" w="83" h="85">
                <a:moveTo>
                  <a:pt x="83" y="43"/>
                </a:moveTo>
                <a:cubicBezTo>
                  <a:pt x="83" y="99"/>
                  <a:pt x="0" y="99"/>
                  <a:pt x="0" y="43"/>
                </a:cubicBezTo>
                <a:cubicBezTo>
                  <a:pt x="0" y="-14"/>
                  <a:pt x="83" y="-14"/>
                  <a:pt x="83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2205720" y="18781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2205720" y="18781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2242800" y="19324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2242800" y="19324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2333520" y="17866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2333520" y="17866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2334600" y="18244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2334600" y="18244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2379600" y="16851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2379600" y="16851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2440080" y="1613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2440080" y="1613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2522880" y="18723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2522880" y="18723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2551320" y="17953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2551320" y="17953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2499840" y="18324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2499840" y="18324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2601000" y="1827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2601000" y="1827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2618280" y="1857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2618280" y="1857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2815920" y="22266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2815920" y="22266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2912400" y="20354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2912400" y="20354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2035080" y="20037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2035080" y="20037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2145960" y="20692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2145960" y="20692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2140200" y="2067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2140200" y="2067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2077920" y="20934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2077920" y="20934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1916280" y="21528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1916280" y="21528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2180520" y="19065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2180520" y="19065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2035440" y="18637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2035440" y="18637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1969200" y="19472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1969200" y="19472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1825920" y="1798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1825920" y="1798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1868040" y="21009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1868040" y="21009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1603080" y="2081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1603080" y="2081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1460880" y="214632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0" y="41"/>
                </a:moveTo>
                <a:cubicBezTo>
                  <a:pt x="0" y="-14"/>
                  <a:pt x="85" y="-14"/>
                  <a:pt x="85" y="41"/>
                </a:cubicBezTo>
                <a:cubicBezTo>
                  <a:pt x="85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1460880" y="2146320"/>
            <a:ext cx="30600" cy="29880"/>
          </a:xfrm>
          <a:custGeom>
            <a:avLst/>
            <a:gdLst/>
            <a:ahLst/>
            <a:rect l="0" t="0" r="r" b="b"/>
            <a:pathLst>
              <a:path fill="none" w="85" h="83">
                <a:moveTo>
                  <a:pt x="85" y="41"/>
                </a:moveTo>
                <a:cubicBezTo>
                  <a:pt x="85" y="97"/>
                  <a:pt x="0" y="97"/>
                  <a:pt x="0" y="41"/>
                </a:cubicBezTo>
                <a:cubicBezTo>
                  <a:pt x="0" y="-14"/>
                  <a:pt x="85" y="-14"/>
                  <a:pt x="85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1733040" y="2198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1733040" y="2198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1710000" y="19652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1710000" y="19652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1762200" y="21330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1762200" y="21330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1864800" y="21157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1864800" y="21157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2020680" y="20340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2020680" y="20340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1989000" y="16722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1989000" y="16722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1535760" y="20764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1535760" y="20764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2261160" y="1714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2261160" y="1714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1974600" y="1874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1974600" y="1874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2476080" y="16887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2476080" y="16887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2696760" y="1830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2696760" y="1830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2041560" y="20696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2041560" y="20696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2130840" y="2086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2130840" y="2086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1852200" y="22730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1852200" y="22730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2049480" y="21085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2049480" y="21085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2290320" y="1872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2290320" y="1872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2245680" y="20505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2245680" y="20505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2102040" y="1913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/>
          <p:nvPr/>
        </p:nvSpPr>
        <p:spPr>
          <a:xfrm>
            <a:off x="2102040" y="1913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/>
          <p:nvPr/>
        </p:nvSpPr>
        <p:spPr>
          <a:xfrm>
            <a:off x="2138760" y="18234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2138760" y="18234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/>
          <p:nvPr/>
        </p:nvSpPr>
        <p:spPr>
          <a:xfrm>
            <a:off x="2150280" y="1656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/>
          <p:nvPr/>
        </p:nvSpPr>
        <p:spPr>
          <a:xfrm>
            <a:off x="2150280" y="1656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" name=""/>
          <p:cNvSpPr/>
          <p:nvPr/>
        </p:nvSpPr>
        <p:spPr>
          <a:xfrm>
            <a:off x="2129760" y="20044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3" name=""/>
          <p:cNvSpPr/>
          <p:nvPr/>
        </p:nvSpPr>
        <p:spPr>
          <a:xfrm>
            <a:off x="2129760" y="20044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2154600" y="22510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2154600" y="22510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" name=""/>
          <p:cNvSpPr/>
          <p:nvPr/>
        </p:nvSpPr>
        <p:spPr>
          <a:xfrm>
            <a:off x="2313360" y="17830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2313360" y="17830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2241000" y="1985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2241000" y="1985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2220480" y="18007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2220480" y="18007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2308320" y="20109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2308320" y="20109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2231280" y="1761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2231280" y="1761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2268000" y="19094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"/>
          <p:cNvSpPr/>
          <p:nvPr/>
        </p:nvSpPr>
        <p:spPr>
          <a:xfrm>
            <a:off x="2268000" y="19094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2463840" y="18450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2463840" y="18450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2581560" y="19832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2581560" y="19832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2536920" y="19483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2536920" y="19483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2811960" y="2075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2811960" y="2075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1839960" y="2238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1839960" y="2238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2214720" y="2122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2214720" y="2122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2452680" y="19461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2452680" y="19461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2430000" y="20120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2430000" y="20120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2548080" y="190476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2548080" y="190476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2548080" y="1984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2548080" y="1984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2541600" y="1735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2541600" y="1735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2468520" y="1739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2468520" y="1739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2563920" y="1825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2563920" y="1825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2655360" y="1658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2655360" y="1658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2656800" y="16491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2656800" y="16491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2619360" y="16743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2619360" y="16743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2606040" y="1642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2606040" y="1642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2121120" y="1987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2121120" y="1987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1332360" y="22334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1332360" y="22334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2166840" y="17686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2166840" y="17686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1989720" y="21596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1989720" y="21596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1911960" y="21088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1911960" y="21088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2213640" y="20235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2213640" y="20235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1922040" y="20268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1922040" y="20268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1949040" y="1969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1949040" y="1969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2273400" y="192672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3"/>
                </a:moveTo>
                <a:cubicBezTo>
                  <a:pt x="0" y="-14"/>
                  <a:pt x="83" y="-14"/>
                  <a:pt x="83" y="43"/>
                </a:cubicBezTo>
                <a:cubicBezTo>
                  <a:pt x="83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2273400" y="192672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3"/>
                </a:moveTo>
                <a:cubicBezTo>
                  <a:pt x="83" y="98"/>
                  <a:pt x="0" y="98"/>
                  <a:pt x="0" y="43"/>
                </a:cubicBezTo>
                <a:cubicBezTo>
                  <a:pt x="0" y="-14"/>
                  <a:pt x="83" y="-14"/>
                  <a:pt x="83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2180520" y="1973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2180520" y="1973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2440440" y="18100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2440440" y="18100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2513520" y="16351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2513520" y="16351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2510280" y="15166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2510280" y="15166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2407320" y="1732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2407320" y="1732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2558880" y="18529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2558880" y="18529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2629440" y="16560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2629440" y="16560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2649960" y="1857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2649960" y="1857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2566080" y="18442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2566080" y="18442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2570400" y="2037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2570400" y="2037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2572200" y="18511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2572200" y="18511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2628000" y="20196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2628000" y="20196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2709720" y="16700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2709720" y="16700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2781360" y="20984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2781360" y="20984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2372400" y="20354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2372400" y="20354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2211840" y="21772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2211840" y="21772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2442600" y="1820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2442600" y="1820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2376360" y="19951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2376360" y="19951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2677680" y="1746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2677680" y="1746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2793600" y="1748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2793600" y="1748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2784960" y="16585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2784960" y="16585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2815200" y="17586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2815200" y="17586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2865960" y="16534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2865960" y="16534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2925720" y="1536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2925720" y="1536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2898360" y="16542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2898360" y="16542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2955240" y="1716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2955240" y="1716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2934000" y="1575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2934000" y="1575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2864880" y="1597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2864880" y="1597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2845440" y="14641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2845440" y="14641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2917440" y="1836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2917440" y="1836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2959200" y="17208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2959200" y="17208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2946960" y="16725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2946960" y="16725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2864160" y="1485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2864160" y="1485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2808360" y="1968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2808360" y="1968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2806560" y="1768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2806560" y="1768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2961000" y="17960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2961000" y="17960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3065760" y="21279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3065760" y="21279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1753200" y="22575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1753200" y="22575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1706040" y="21772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1706040" y="21772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1647360" y="2232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1647360" y="2232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1942200" y="21700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1942200" y="21700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1776600" y="2124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1776600" y="2124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1888920" y="2158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1888920" y="2158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1846800" y="21866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1846800" y="21866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1889640" y="2101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1889640" y="2101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1965600" y="19807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1965600" y="19807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1817640" y="21398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1817640" y="21398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1786680" y="21139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1786680" y="21139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1873080" y="2164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1873080" y="2164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1748880" y="22176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1748880" y="22176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2094840" y="18961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2094840" y="18961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2276640" y="18716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2276640" y="18716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2343240" y="17467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2343240" y="17467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2319120" y="1789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2319120" y="1789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2357640" y="1671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2357640" y="1671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2523960" y="16974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2523960" y="16974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2562840" y="18158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2562840" y="18158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2727360" y="1672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2727360" y="1672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2898360" y="20962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2898360" y="20962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1857240" y="21430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1857240" y="21430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1834200" y="21956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1834200" y="21956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2087280" y="20750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2087280" y="20750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2235240" y="16758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2235240" y="16758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2304000" y="20066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2304000" y="20066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2182680" y="19191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2182680" y="19191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2209320" y="18334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2209320" y="18334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2185560" y="18842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2185560" y="18842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2231280" y="19569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2231280" y="19569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2218320" y="17431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2218320" y="17431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2309400" y="1365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2309400" y="1365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2312640" y="14572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2312640" y="14572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1368000" y="21722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1368000" y="21722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" name=""/>
          <p:cNvSpPr/>
          <p:nvPr/>
        </p:nvSpPr>
        <p:spPr>
          <a:xfrm>
            <a:off x="1497960" y="21409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1497960" y="21409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1821240" y="2086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1821240" y="2086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1857600" y="19922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1857600" y="19922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1761480" y="19314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1761480" y="19314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1838520" y="1896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1838520" y="1896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1931760" y="20602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1931760" y="20602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1969200" y="18543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1969200" y="18543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1972440" y="1771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1972440" y="1771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1961640" y="18716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1961640" y="18716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1821600" y="213876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1821600" y="213876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4" name=""/>
          <p:cNvSpPr/>
          <p:nvPr/>
        </p:nvSpPr>
        <p:spPr>
          <a:xfrm>
            <a:off x="1937520" y="1705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5" name=""/>
          <p:cNvSpPr/>
          <p:nvPr/>
        </p:nvSpPr>
        <p:spPr>
          <a:xfrm>
            <a:off x="1937520" y="1705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1949400" y="18075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1949400" y="18075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2122200" y="17175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2122200" y="17175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2163960" y="17470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2163960" y="17470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2161440" y="16920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2161440" y="16920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2151720" y="19656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5" name=""/>
          <p:cNvSpPr/>
          <p:nvPr/>
        </p:nvSpPr>
        <p:spPr>
          <a:xfrm>
            <a:off x="2151720" y="19656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2108880" y="1658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7" name=""/>
          <p:cNvSpPr/>
          <p:nvPr/>
        </p:nvSpPr>
        <p:spPr>
          <a:xfrm>
            <a:off x="2108880" y="1658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" name=""/>
          <p:cNvSpPr/>
          <p:nvPr/>
        </p:nvSpPr>
        <p:spPr>
          <a:xfrm>
            <a:off x="2255400" y="1618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9" name=""/>
          <p:cNvSpPr/>
          <p:nvPr/>
        </p:nvSpPr>
        <p:spPr>
          <a:xfrm>
            <a:off x="2255400" y="1618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2369520" y="1721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1" name=""/>
          <p:cNvSpPr/>
          <p:nvPr/>
        </p:nvSpPr>
        <p:spPr>
          <a:xfrm>
            <a:off x="2369520" y="1721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2" name=""/>
          <p:cNvSpPr/>
          <p:nvPr/>
        </p:nvSpPr>
        <p:spPr>
          <a:xfrm>
            <a:off x="1899720" y="19188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1899720" y="19188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4" name=""/>
          <p:cNvSpPr/>
          <p:nvPr/>
        </p:nvSpPr>
        <p:spPr>
          <a:xfrm>
            <a:off x="1433160" y="2074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1433160" y="2074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" name=""/>
          <p:cNvSpPr/>
          <p:nvPr/>
        </p:nvSpPr>
        <p:spPr>
          <a:xfrm>
            <a:off x="1599840" y="200088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7" name=""/>
          <p:cNvSpPr/>
          <p:nvPr/>
        </p:nvSpPr>
        <p:spPr>
          <a:xfrm>
            <a:off x="1599840" y="200088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" name=""/>
          <p:cNvSpPr/>
          <p:nvPr/>
        </p:nvSpPr>
        <p:spPr>
          <a:xfrm>
            <a:off x="1595520" y="21297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1595520" y="21297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" name=""/>
          <p:cNvSpPr/>
          <p:nvPr/>
        </p:nvSpPr>
        <p:spPr>
          <a:xfrm>
            <a:off x="1794240" y="19026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1" name=""/>
          <p:cNvSpPr/>
          <p:nvPr/>
        </p:nvSpPr>
        <p:spPr>
          <a:xfrm>
            <a:off x="1794240" y="19026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1795680" y="17463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1795680" y="17463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1570320" y="2115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1570320" y="2115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1590840" y="20498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1590840" y="20498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1879200" y="19184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9" name=""/>
          <p:cNvSpPr/>
          <p:nvPr/>
        </p:nvSpPr>
        <p:spPr>
          <a:xfrm>
            <a:off x="1879200" y="19184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" name=""/>
          <p:cNvSpPr/>
          <p:nvPr/>
        </p:nvSpPr>
        <p:spPr>
          <a:xfrm>
            <a:off x="1846080" y="16783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1" name=""/>
          <p:cNvSpPr/>
          <p:nvPr/>
        </p:nvSpPr>
        <p:spPr>
          <a:xfrm>
            <a:off x="1846080" y="16783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1934640" y="18090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1934640" y="18090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4" name=""/>
          <p:cNvSpPr/>
          <p:nvPr/>
        </p:nvSpPr>
        <p:spPr>
          <a:xfrm>
            <a:off x="2050200" y="18115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2050200" y="18115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2077560" y="17607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7" name=""/>
          <p:cNvSpPr/>
          <p:nvPr/>
        </p:nvSpPr>
        <p:spPr>
          <a:xfrm>
            <a:off x="2077560" y="17607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2120040" y="19281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9" name=""/>
          <p:cNvSpPr/>
          <p:nvPr/>
        </p:nvSpPr>
        <p:spPr>
          <a:xfrm>
            <a:off x="2120040" y="19281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0" name=""/>
          <p:cNvSpPr/>
          <p:nvPr/>
        </p:nvSpPr>
        <p:spPr>
          <a:xfrm>
            <a:off x="2163600" y="18198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1" name=""/>
          <p:cNvSpPr/>
          <p:nvPr/>
        </p:nvSpPr>
        <p:spPr>
          <a:xfrm>
            <a:off x="2163600" y="18198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2" name=""/>
          <p:cNvSpPr/>
          <p:nvPr/>
        </p:nvSpPr>
        <p:spPr>
          <a:xfrm>
            <a:off x="2197440" y="19972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3" name=""/>
          <p:cNvSpPr/>
          <p:nvPr/>
        </p:nvSpPr>
        <p:spPr>
          <a:xfrm>
            <a:off x="2197440" y="19972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" name=""/>
          <p:cNvSpPr/>
          <p:nvPr/>
        </p:nvSpPr>
        <p:spPr>
          <a:xfrm>
            <a:off x="2232000" y="19346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2232000" y="19346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2261880" y="19836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2261880" y="19836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2234160" y="18774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2234160" y="18774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" name=""/>
          <p:cNvSpPr/>
          <p:nvPr/>
        </p:nvSpPr>
        <p:spPr>
          <a:xfrm>
            <a:off x="2320920" y="1976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1" name=""/>
          <p:cNvSpPr/>
          <p:nvPr/>
        </p:nvSpPr>
        <p:spPr>
          <a:xfrm>
            <a:off x="2320920" y="1976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2" name=""/>
          <p:cNvSpPr/>
          <p:nvPr/>
        </p:nvSpPr>
        <p:spPr>
          <a:xfrm>
            <a:off x="2379960" y="22060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2379960" y="22060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2529360" y="17535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2529360" y="17535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" name=""/>
          <p:cNvSpPr/>
          <p:nvPr/>
        </p:nvSpPr>
        <p:spPr>
          <a:xfrm>
            <a:off x="2701080" y="2117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2701080" y="2117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2092680" y="21060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9" name=""/>
          <p:cNvSpPr/>
          <p:nvPr/>
        </p:nvSpPr>
        <p:spPr>
          <a:xfrm>
            <a:off x="2092680" y="21060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" name=""/>
          <p:cNvSpPr/>
          <p:nvPr/>
        </p:nvSpPr>
        <p:spPr>
          <a:xfrm>
            <a:off x="1675080" y="2246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1" name=""/>
          <p:cNvSpPr/>
          <p:nvPr/>
        </p:nvSpPr>
        <p:spPr>
          <a:xfrm>
            <a:off x="1675080" y="2246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2365560" y="19900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3" name=""/>
          <p:cNvSpPr/>
          <p:nvPr/>
        </p:nvSpPr>
        <p:spPr>
          <a:xfrm>
            <a:off x="2365560" y="19900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4" name=""/>
          <p:cNvSpPr/>
          <p:nvPr/>
        </p:nvSpPr>
        <p:spPr>
          <a:xfrm>
            <a:off x="2167920" y="213084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3"/>
                </a:moveTo>
                <a:cubicBezTo>
                  <a:pt x="0" y="-14"/>
                  <a:pt x="83" y="-14"/>
                  <a:pt x="83" y="43"/>
                </a:cubicBezTo>
                <a:cubicBezTo>
                  <a:pt x="83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5" name=""/>
          <p:cNvSpPr/>
          <p:nvPr/>
        </p:nvSpPr>
        <p:spPr>
          <a:xfrm>
            <a:off x="2167920" y="213084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3"/>
                </a:moveTo>
                <a:cubicBezTo>
                  <a:pt x="83" y="98"/>
                  <a:pt x="0" y="98"/>
                  <a:pt x="0" y="43"/>
                </a:cubicBezTo>
                <a:cubicBezTo>
                  <a:pt x="0" y="-14"/>
                  <a:pt x="83" y="-14"/>
                  <a:pt x="83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" name=""/>
          <p:cNvSpPr/>
          <p:nvPr/>
        </p:nvSpPr>
        <p:spPr>
          <a:xfrm>
            <a:off x="2219760" y="21340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7" name=""/>
          <p:cNvSpPr/>
          <p:nvPr/>
        </p:nvSpPr>
        <p:spPr>
          <a:xfrm>
            <a:off x="2219760" y="21340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2589120" y="1812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9" name=""/>
          <p:cNvSpPr/>
          <p:nvPr/>
        </p:nvSpPr>
        <p:spPr>
          <a:xfrm>
            <a:off x="2589120" y="1812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2199960" y="2048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2199960" y="2048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2481120" y="21470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2481120" y="21470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2570040" y="2063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2570040" y="2063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" name=""/>
          <p:cNvSpPr/>
          <p:nvPr/>
        </p:nvSpPr>
        <p:spPr>
          <a:xfrm>
            <a:off x="2573280" y="2016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7" name=""/>
          <p:cNvSpPr/>
          <p:nvPr/>
        </p:nvSpPr>
        <p:spPr>
          <a:xfrm>
            <a:off x="2573280" y="2016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2727360" y="185580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0" y="41"/>
                </a:moveTo>
                <a:cubicBezTo>
                  <a:pt x="0" y="-14"/>
                  <a:pt x="83" y="-14"/>
                  <a:pt x="83" y="41"/>
                </a:cubicBezTo>
                <a:cubicBezTo>
                  <a:pt x="83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2727360" y="1855800"/>
            <a:ext cx="29880" cy="29880"/>
          </a:xfrm>
          <a:custGeom>
            <a:avLst/>
            <a:gdLst/>
            <a:ahLst/>
            <a:rect l="0" t="0" r="r" b="b"/>
            <a:pathLst>
              <a:path fill="none" w="83" h="83">
                <a:moveTo>
                  <a:pt x="83" y="41"/>
                </a:moveTo>
                <a:cubicBezTo>
                  <a:pt x="83" y="97"/>
                  <a:pt x="0" y="97"/>
                  <a:pt x="0" y="41"/>
                </a:cubicBezTo>
                <a:cubicBezTo>
                  <a:pt x="0" y="-14"/>
                  <a:pt x="83" y="-14"/>
                  <a:pt x="83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0" name=""/>
          <p:cNvSpPr/>
          <p:nvPr/>
        </p:nvSpPr>
        <p:spPr>
          <a:xfrm>
            <a:off x="2841840" y="1591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1" name=""/>
          <p:cNvSpPr/>
          <p:nvPr/>
        </p:nvSpPr>
        <p:spPr>
          <a:xfrm>
            <a:off x="2841840" y="1591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2" name=""/>
          <p:cNvSpPr/>
          <p:nvPr/>
        </p:nvSpPr>
        <p:spPr>
          <a:xfrm>
            <a:off x="2791440" y="1663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2791440" y="1663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2798280" y="18374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2798280" y="18374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2836800" y="14302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2836800" y="14302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1475280" y="21344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9" name=""/>
          <p:cNvSpPr/>
          <p:nvPr/>
        </p:nvSpPr>
        <p:spPr>
          <a:xfrm>
            <a:off x="1475280" y="21344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" name=""/>
          <p:cNvSpPr/>
          <p:nvPr/>
        </p:nvSpPr>
        <p:spPr>
          <a:xfrm>
            <a:off x="1456920" y="22410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1" name=""/>
          <p:cNvSpPr/>
          <p:nvPr/>
        </p:nvSpPr>
        <p:spPr>
          <a:xfrm>
            <a:off x="1456920" y="22410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1594440" y="21322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1594440" y="21322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" name=""/>
          <p:cNvSpPr/>
          <p:nvPr/>
        </p:nvSpPr>
        <p:spPr>
          <a:xfrm>
            <a:off x="1675440" y="19947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5" name=""/>
          <p:cNvSpPr/>
          <p:nvPr/>
        </p:nvSpPr>
        <p:spPr>
          <a:xfrm>
            <a:off x="1675440" y="19947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1774080" y="20592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7" name=""/>
          <p:cNvSpPr/>
          <p:nvPr/>
        </p:nvSpPr>
        <p:spPr>
          <a:xfrm>
            <a:off x="1774080" y="20592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" name=""/>
          <p:cNvSpPr/>
          <p:nvPr/>
        </p:nvSpPr>
        <p:spPr>
          <a:xfrm>
            <a:off x="1927800" y="191736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1927800" y="191736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2005920" y="16952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2005920" y="16952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2140560" y="1395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2140560" y="1395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2253600" y="16102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2253600" y="16102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2181600" y="1770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2181600" y="1770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2265840" y="16869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2265840" y="16869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2197080" y="18864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2197080" y="18864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2193840" y="15865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2193840" y="15865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2244240" y="16704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2244240" y="16704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2260080" y="16527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2260080" y="16527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2318400" y="17704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2318400" y="17704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2291760" y="1663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2291760" y="1663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2214360" y="19087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2214360" y="19087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2285640" y="18511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2285640" y="18511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2296080" y="16570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2296080" y="16570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2363040" y="21769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2363040" y="21769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2425680" y="2142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2425680" y="2142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2013480" y="2126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2013480" y="2126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1972080" y="1896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1972080" y="1896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1761840" y="21175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1761840" y="21175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1977840" y="20833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1977840" y="20833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2033280" y="18288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2033280" y="18288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2090880" y="18997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2090880" y="18997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2140200" y="197424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0" y="41"/>
                </a:moveTo>
                <a:cubicBezTo>
                  <a:pt x="0" y="-14"/>
                  <a:pt x="83" y="-14"/>
                  <a:pt x="83" y="41"/>
                </a:cubicBezTo>
                <a:cubicBezTo>
                  <a:pt x="83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2140200" y="1974240"/>
            <a:ext cx="29880" cy="29880"/>
          </a:xfrm>
          <a:custGeom>
            <a:avLst/>
            <a:gdLst/>
            <a:ahLst/>
            <a:rect l="0" t="0" r="r" b="b"/>
            <a:pathLst>
              <a:path fill="none" w="83" h="83">
                <a:moveTo>
                  <a:pt x="83" y="41"/>
                </a:moveTo>
                <a:cubicBezTo>
                  <a:pt x="83" y="97"/>
                  <a:pt x="0" y="97"/>
                  <a:pt x="0" y="41"/>
                </a:cubicBezTo>
                <a:cubicBezTo>
                  <a:pt x="0" y="-14"/>
                  <a:pt x="83" y="-14"/>
                  <a:pt x="83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2065320" y="19688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2065320" y="19688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2120400" y="19609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2120400" y="19609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2131560" y="205524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2131560" y="205524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2302920" y="18540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2302920" y="18540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2355840" y="18399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2355840" y="18399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2405160" y="18082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2405160" y="18082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2427120" y="17384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2427120" y="17384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2463120" y="1779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2463120" y="1779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2478960" y="18604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2478960" y="18604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2514240" y="18741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2514240" y="18741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2542680" y="17211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2542680" y="17211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2477160" y="19332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2477160" y="19332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2431080" y="2011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2431080" y="2011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2423160" y="18493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2423160" y="18493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2588040" y="21423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2588040" y="21423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1747800" y="2154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1747800" y="2154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1735200" y="21834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1735200" y="21834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1630800" y="22219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1630800" y="22219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1813320" y="2066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1813320" y="2066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2010960" y="1986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2010960" y="1986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2062440" y="18208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2062440" y="18208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2116440" y="20260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2116440" y="20260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2175480" y="1584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2175480" y="1584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2165040" y="18176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2165040" y="18176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2300400" y="18691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2300400" y="18691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2259720" y="18018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2259720" y="18018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2276640" y="18018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2276640" y="18018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2303280" y="19076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2303280" y="19076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2310840" y="1897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2310840" y="1897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2355480" y="19414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2355480" y="19414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2372760" y="18990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2372760" y="18990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2395440" y="1681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2395440" y="1681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2482200" y="169488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2482200" y="169488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2532240" y="1885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2532240" y="1885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2581560" y="17521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2581560" y="17521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2679480" y="1577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2679480" y="1577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2744280" y="1995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2744280" y="1995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2837880" y="21862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2837880" y="21862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2894760" y="2178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2894760" y="2178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2128320" y="19429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2128320" y="19429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1852920" y="20599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1852920" y="20599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2019240" y="1887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2019240" y="1887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1985040" y="18540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1985040" y="18540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2071080" y="17816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2071080" y="17816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2154960" y="18511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2154960" y="18511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2126880" y="20851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2126880" y="20851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2198880" y="182772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0" y="41"/>
                </a:moveTo>
                <a:cubicBezTo>
                  <a:pt x="0" y="-14"/>
                  <a:pt x="85" y="-14"/>
                  <a:pt x="85" y="41"/>
                </a:cubicBezTo>
                <a:cubicBezTo>
                  <a:pt x="85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2198880" y="1827720"/>
            <a:ext cx="30600" cy="29880"/>
          </a:xfrm>
          <a:custGeom>
            <a:avLst/>
            <a:gdLst/>
            <a:ahLst/>
            <a:rect l="0" t="0" r="r" b="b"/>
            <a:pathLst>
              <a:path fill="none" w="85" h="83">
                <a:moveTo>
                  <a:pt x="85" y="41"/>
                </a:moveTo>
                <a:cubicBezTo>
                  <a:pt x="85" y="97"/>
                  <a:pt x="0" y="97"/>
                  <a:pt x="0" y="41"/>
                </a:cubicBezTo>
                <a:cubicBezTo>
                  <a:pt x="0" y="-14"/>
                  <a:pt x="85" y="-14"/>
                  <a:pt x="85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2229840" y="18399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2229840" y="18399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2193480" y="18266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2193480" y="18266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2271960" y="19051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2271960" y="19051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2280240" y="17960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2280240" y="17960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2348640" y="19072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2348640" y="19072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2360160" y="1816200"/>
            <a:ext cx="29880" cy="30600"/>
          </a:xfrm>
          <a:custGeom>
            <a:avLst/>
            <a:gdLst/>
            <a:ahLst/>
            <a:rect l="0" t="0" r="r" b="b"/>
            <a:pathLst>
              <a:path w="83" h="85">
                <a:moveTo>
                  <a:pt x="0" y="43"/>
                </a:moveTo>
                <a:cubicBezTo>
                  <a:pt x="0" y="-14"/>
                  <a:pt x="83" y="-14"/>
                  <a:pt x="83" y="43"/>
                </a:cubicBezTo>
                <a:cubicBezTo>
                  <a:pt x="83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2360160" y="1816200"/>
            <a:ext cx="29880" cy="30600"/>
          </a:xfrm>
          <a:custGeom>
            <a:avLst/>
            <a:gdLst/>
            <a:ahLst/>
            <a:rect l="0" t="0" r="r" b="b"/>
            <a:pathLst>
              <a:path fill="none" w="83" h="85">
                <a:moveTo>
                  <a:pt x="83" y="43"/>
                </a:moveTo>
                <a:cubicBezTo>
                  <a:pt x="83" y="99"/>
                  <a:pt x="0" y="99"/>
                  <a:pt x="0" y="43"/>
                </a:cubicBezTo>
                <a:cubicBezTo>
                  <a:pt x="0" y="-14"/>
                  <a:pt x="83" y="-14"/>
                  <a:pt x="83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2412000" y="200880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2412000" y="2008800"/>
            <a:ext cx="29880" cy="29880"/>
          </a:xfrm>
          <a:custGeom>
            <a:avLst/>
            <a:gdLst/>
            <a:ahLst/>
            <a:rect l="0" t="0" r="r" b="b"/>
            <a:pathLst>
              <a:path fill="none" w="83" h="83">
                <a:moveTo>
                  <a:pt x="83" y="42"/>
                </a:moveTo>
                <a:cubicBezTo>
                  <a:pt x="83" y="97"/>
                  <a:pt x="0" y="97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2526120" y="18403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2526120" y="18403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2634840" y="1598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2634840" y="1598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2654640" y="204300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2654640" y="204300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2702520" y="20530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2702520" y="20530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2769840" y="16182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2769840" y="16182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2827080" y="2090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2827080" y="2090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2864880" y="22356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2864880" y="22356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2962440" y="22208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2962440" y="22208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2418840" y="2086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2418840" y="2086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2476440" y="1940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2476440" y="1940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2321640" y="21132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2321640" y="21132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2385360" y="21157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2385360" y="21157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2509920" y="18316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2509920" y="18316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2470320" y="2052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2470320" y="2052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2537640" y="20901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2537640" y="20901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2384640" y="19494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2384640" y="19494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2415960" y="20160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2415960" y="20160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2341440" y="18338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2341440" y="18338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2470320" y="18172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2470320" y="18172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2553840" y="15379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2553840" y="15379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2646720" y="1798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2646720" y="1798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2630880" y="20185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2630880" y="20185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2631240" y="19101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2631240" y="19101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2760840" y="18219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2760840" y="18219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2726640" y="16092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2726640" y="16092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2745000" y="15962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2745000" y="15962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2781000" y="17460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2781000" y="17460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2707200" y="16819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2707200" y="16819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2899800" y="19238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2899800" y="19238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3076200" y="1642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3076200" y="1642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2618640" y="18050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2618640" y="18050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2697840" y="18568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2697840" y="18568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8" name=""/>
          <p:cNvSpPr/>
          <p:nvPr/>
        </p:nvSpPr>
        <p:spPr>
          <a:xfrm>
            <a:off x="2692080" y="18986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2692080" y="18986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2755080" y="165456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2755080" y="165456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2820240" y="1622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2820240" y="1622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2940840" y="153648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5" name=""/>
          <p:cNvSpPr/>
          <p:nvPr/>
        </p:nvSpPr>
        <p:spPr>
          <a:xfrm>
            <a:off x="2940840" y="153648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3066840" y="22107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7" name=""/>
          <p:cNvSpPr/>
          <p:nvPr/>
        </p:nvSpPr>
        <p:spPr>
          <a:xfrm>
            <a:off x="3066840" y="22107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8" name=""/>
          <p:cNvSpPr/>
          <p:nvPr/>
        </p:nvSpPr>
        <p:spPr>
          <a:xfrm>
            <a:off x="2607480" y="17118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9" name=""/>
          <p:cNvSpPr/>
          <p:nvPr/>
        </p:nvSpPr>
        <p:spPr>
          <a:xfrm>
            <a:off x="2607480" y="17118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2707920" y="15681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2707920" y="15681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2" name=""/>
          <p:cNvSpPr/>
          <p:nvPr/>
        </p:nvSpPr>
        <p:spPr>
          <a:xfrm>
            <a:off x="2782440" y="1626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2782440" y="1626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4" name=""/>
          <p:cNvSpPr/>
          <p:nvPr/>
        </p:nvSpPr>
        <p:spPr>
          <a:xfrm>
            <a:off x="2339280" y="15879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2339280" y="15879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2385720" y="1773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2385720" y="1773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"/>
          <p:cNvSpPr/>
          <p:nvPr/>
        </p:nvSpPr>
        <p:spPr>
          <a:xfrm>
            <a:off x="2477880" y="17370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2477880" y="17370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2527560" y="18572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2527560" y="18572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2" name=""/>
          <p:cNvSpPr/>
          <p:nvPr/>
        </p:nvSpPr>
        <p:spPr>
          <a:xfrm>
            <a:off x="2595600" y="17312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2595600" y="17312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4" name=""/>
          <p:cNvSpPr/>
          <p:nvPr/>
        </p:nvSpPr>
        <p:spPr>
          <a:xfrm>
            <a:off x="2636280" y="2142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2636280" y="2142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2637360" y="21996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2637360" y="21996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2666160" y="19836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9" name=""/>
          <p:cNvSpPr/>
          <p:nvPr/>
        </p:nvSpPr>
        <p:spPr>
          <a:xfrm>
            <a:off x="2666160" y="19836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2686320" y="20300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2686320" y="20300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2798640" y="15685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2798640" y="15685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2805120" y="1944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2805120" y="1944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1755000" y="2151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1755000" y="2151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1691640" y="22514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1691640" y="22514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1663920" y="225792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1663920" y="225792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1722600" y="20840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1722600" y="20840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1660320" y="208404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5" name=""/>
          <p:cNvSpPr/>
          <p:nvPr/>
        </p:nvSpPr>
        <p:spPr>
          <a:xfrm>
            <a:off x="1660320" y="208404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1501200" y="20293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7" name=""/>
          <p:cNvSpPr/>
          <p:nvPr/>
        </p:nvSpPr>
        <p:spPr>
          <a:xfrm>
            <a:off x="1501200" y="20293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1495440" y="22269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1495440" y="22269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1723680" y="21186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1723680" y="21186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1715760" y="2157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1715760" y="2157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2052360" y="187920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2052360" y="187920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2048400" y="17434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2048400" y="17434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2069280" y="187488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9"/>
                  <a:pt x="0" y="99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2069280" y="187488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2"/>
                </a:moveTo>
                <a:cubicBezTo>
                  <a:pt x="84" y="99"/>
                  <a:pt x="0" y="99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0" name=""/>
          <p:cNvSpPr/>
          <p:nvPr/>
        </p:nvSpPr>
        <p:spPr>
          <a:xfrm>
            <a:off x="2157480" y="20696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2157480" y="20696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2269800" y="14763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8"/>
                  <a:pt x="0" y="98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3" name=""/>
          <p:cNvSpPr/>
          <p:nvPr/>
        </p:nvSpPr>
        <p:spPr>
          <a:xfrm>
            <a:off x="2269800" y="14763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3"/>
                </a:moveTo>
                <a:cubicBezTo>
                  <a:pt x="84" y="98"/>
                  <a:pt x="0" y="98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4" name=""/>
          <p:cNvSpPr/>
          <p:nvPr/>
        </p:nvSpPr>
        <p:spPr>
          <a:xfrm>
            <a:off x="2332080" y="19051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2332080" y="19051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2334240" y="162072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7" name=""/>
          <p:cNvSpPr/>
          <p:nvPr/>
        </p:nvSpPr>
        <p:spPr>
          <a:xfrm>
            <a:off x="2334240" y="162072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2443680" y="19306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2443680" y="19306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2422080" y="1663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2422080" y="1663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2630880" y="206424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2630880" y="206424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2734920" y="2046960"/>
            <a:ext cx="30240" cy="30600"/>
          </a:xfrm>
          <a:custGeom>
            <a:avLst/>
            <a:gdLst/>
            <a:ahLst/>
            <a:rect l="0" t="0" r="r" b="b"/>
            <a:pathLst>
              <a:path w="84" h="85">
                <a:moveTo>
                  <a:pt x="0" y="43"/>
                </a:moveTo>
                <a:cubicBezTo>
                  <a:pt x="0" y="-14"/>
                  <a:pt x="84" y="-14"/>
                  <a:pt x="84" y="43"/>
                </a:cubicBezTo>
                <a:cubicBezTo>
                  <a:pt x="84" y="99"/>
                  <a:pt x="0" y="99"/>
                  <a:pt x="0" y="43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2734920" y="2046960"/>
            <a:ext cx="30240" cy="30600"/>
          </a:xfrm>
          <a:custGeom>
            <a:avLst/>
            <a:gdLst/>
            <a:ahLst/>
            <a:rect l="0" t="0" r="r" b="b"/>
            <a:pathLst>
              <a:path fill="none" w="84" h="85">
                <a:moveTo>
                  <a:pt x="84" y="43"/>
                </a:moveTo>
                <a:cubicBezTo>
                  <a:pt x="84" y="99"/>
                  <a:pt x="0" y="99"/>
                  <a:pt x="0" y="43"/>
                </a:cubicBezTo>
                <a:cubicBezTo>
                  <a:pt x="0" y="-14"/>
                  <a:pt x="84" y="-14"/>
                  <a:pt x="84" y="43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2887560" y="160056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2887560" y="160056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2957400" y="176184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2957400" y="176184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2913480" y="111888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8"/>
                  <a:pt x="0" y="98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2913480" y="111888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1"/>
                </a:moveTo>
                <a:cubicBezTo>
                  <a:pt x="84" y="98"/>
                  <a:pt x="0" y="98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2918160" y="164952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1"/>
                </a:moveTo>
                <a:cubicBezTo>
                  <a:pt x="0" y="-14"/>
                  <a:pt x="84" y="-14"/>
                  <a:pt x="84" y="41"/>
                </a:cubicBezTo>
                <a:cubicBezTo>
                  <a:pt x="84" y="97"/>
                  <a:pt x="0" y="97"/>
                  <a:pt x="0" y="41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2918160" y="164952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1"/>
                </a:moveTo>
                <a:cubicBezTo>
                  <a:pt x="84" y="97"/>
                  <a:pt x="0" y="97"/>
                  <a:pt x="0" y="41"/>
                </a:cubicBezTo>
                <a:cubicBezTo>
                  <a:pt x="0" y="-14"/>
                  <a:pt x="84" y="-14"/>
                  <a:pt x="84" y="41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2966040" y="18054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2966040" y="18054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2855160" y="179460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0" y="42"/>
                </a:moveTo>
                <a:cubicBezTo>
                  <a:pt x="0" y="-14"/>
                  <a:pt x="83" y="-14"/>
                  <a:pt x="83" y="42"/>
                </a:cubicBezTo>
                <a:cubicBezTo>
                  <a:pt x="83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2855160" y="1794600"/>
            <a:ext cx="29880" cy="30240"/>
          </a:xfrm>
          <a:custGeom>
            <a:avLst/>
            <a:gdLst/>
            <a:ahLst/>
            <a:rect l="0" t="0" r="r" b="b"/>
            <a:pathLst>
              <a:path fill="none" w="83" h="84">
                <a:moveTo>
                  <a:pt x="83" y="42"/>
                </a:moveTo>
                <a:cubicBezTo>
                  <a:pt x="83" y="98"/>
                  <a:pt x="0" y="98"/>
                  <a:pt x="0" y="42"/>
                </a:cubicBezTo>
                <a:cubicBezTo>
                  <a:pt x="0" y="-14"/>
                  <a:pt x="83" y="-14"/>
                  <a:pt x="83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3020040" y="1501200"/>
            <a:ext cx="30240" cy="30240"/>
          </a:xfrm>
          <a:custGeom>
            <a:avLst/>
            <a:gdLst/>
            <a:ahLst/>
            <a:rect l="0" t="0" r="r" b="b"/>
            <a:pathLst>
              <a:path w="84" h="84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8"/>
                  <a:pt x="0" y="98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3020040" y="1501200"/>
            <a:ext cx="30240" cy="30240"/>
          </a:xfrm>
          <a:custGeom>
            <a:avLst/>
            <a:gdLst/>
            <a:ahLst/>
            <a:rect l="0" t="0" r="r" b="b"/>
            <a:pathLst>
              <a:path fill="none" w="84" h="84">
                <a:moveTo>
                  <a:pt x="84" y="42"/>
                </a:moveTo>
                <a:cubicBezTo>
                  <a:pt x="84" y="98"/>
                  <a:pt x="0" y="98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3072600" y="2158200"/>
            <a:ext cx="30240" cy="29880"/>
          </a:xfrm>
          <a:custGeom>
            <a:avLst/>
            <a:gdLst/>
            <a:ahLst/>
            <a:rect l="0" t="0" r="r" b="b"/>
            <a:pathLst>
              <a:path w="84" h="83">
                <a:moveTo>
                  <a:pt x="0" y="42"/>
                </a:moveTo>
                <a:cubicBezTo>
                  <a:pt x="0" y="-14"/>
                  <a:pt x="84" y="-14"/>
                  <a:pt x="84" y="42"/>
                </a:cubicBezTo>
                <a:cubicBezTo>
                  <a:pt x="84" y="97"/>
                  <a:pt x="0" y="97"/>
                  <a:pt x="0" y="42"/>
                </a:cubicBezTo>
                <a:close/>
              </a:path>
            </a:pathLst>
          </a:custGeom>
          <a:solidFill>
            <a:srgbClr val="009E73">
              <a:alpha val="4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3072600" y="2158200"/>
            <a:ext cx="30240" cy="29880"/>
          </a:xfrm>
          <a:custGeom>
            <a:avLst/>
            <a:gdLst/>
            <a:ahLst/>
            <a:rect l="0" t="0" r="r" b="b"/>
            <a:pathLst>
              <a:path fill="none" w="84" h="83">
                <a:moveTo>
                  <a:pt x="84" y="42"/>
                </a:moveTo>
                <a:cubicBezTo>
                  <a:pt x="84" y="97"/>
                  <a:pt x="0" y="97"/>
                  <a:pt x="0" y="42"/>
                </a:cubicBezTo>
                <a:cubicBezTo>
                  <a:pt x="0" y="-14"/>
                  <a:pt x="84" y="-14"/>
                  <a:pt x="84" y="42"/>
                </a:cubicBezTo>
              </a:path>
            </a:pathLst>
          </a:custGeom>
          <a:ln cap="rnd" w="7920">
            <a:solidFill>
              <a:srgbClr val="009E73">
                <a:alpha val="4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849960" y="1648080"/>
            <a:ext cx="2671560" cy="630720"/>
          </a:xfrm>
          <a:custGeom>
            <a:avLst/>
            <a:gdLst/>
            <a:ahLst/>
            <a:rect l="0" t="0" r="r" b="b"/>
            <a:pathLst>
              <a:path fill="none" w="7421" h="1752">
                <a:moveTo>
                  <a:pt x="0" y="1752"/>
                </a:moveTo>
                <a:lnTo>
                  <a:pt x="94" y="1729"/>
                </a:lnTo>
                <a:lnTo>
                  <a:pt x="188" y="1707"/>
                </a:lnTo>
                <a:lnTo>
                  <a:pt x="282" y="1685"/>
                </a:lnTo>
                <a:lnTo>
                  <a:pt x="376" y="1663"/>
                </a:lnTo>
                <a:lnTo>
                  <a:pt x="470" y="1641"/>
                </a:lnTo>
                <a:lnTo>
                  <a:pt x="564" y="1619"/>
                </a:lnTo>
                <a:lnTo>
                  <a:pt x="658" y="1596"/>
                </a:lnTo>
                <a:lnTo>
                  <a:pt x="751" y="1574"/>
                </a:lnTo>
                <a:lnTo>
                  <a:pt x="939" y="1529"/>
                </a:lnTo>
                <a:lnTo>
                  <a:pt x="1033" y="1507"/>
                </a:lnTo>
                <a:lnTo>
                  <a:pt x="1127" y="1485"/>
                </a:lnTo>
                <a:lnTo>
                  <a:pt x="1221" y="1463"/>
                </a:lnTo>
                <a:lnTo>
                  <a:pt x="1315" y="1440"/>
                </a:lnTo>
                <a:lnTo>
                  <a:pt x="1410" y="1418"/>
                </a:lnTo>
                <a:lnTo>
                  <a:pt x="1504" y="1396"/>
                </a:lnTo>
                <a:lnTo>
                  <a:pt x="1598" y="1374"/>
                </a:lnTo>
                <a:lnTo>
                  <a:pt x="1692" y="1352"/>
                </a:lnTo>
                <a:lnTo>
                  <a:pt x="1786" y="1330"/>
                </a:lnTo>
                <a:lnTo>
                  <a:pt x="1879" y="1308"/>
                </a:lnTo>
                <a:lnTo>
                  <a:pt x="2067" y="1263"/>
                </a:lnTo>
                <a:lnTo>
                  <a:pt x="2161" y="1241"/>
                </a:lnTo>
                <a:lnTo>
                  <a:pt x="2255" y="1219"/>
                </a:lnTo>
                <a:lnTo>
                  <a:pt x="2349" y="1197"/>
                </a:lnTo>
                <a:lnTo>
                  <a:pt x="2537" y="1152"/>
                </a:lnTo>
                <a:lnTo>
                  <a:pt x="2631" y="1130"/>
                </a:lnTo>
                <a:lnTo>
                  <a:pt x="2725" y="1108"/>
                </a:lnTo>
                <a:lnTo>
                  <a:pt x="2819" y="1086"/>
                </a:lnTo>
                <a:lnTo>
                  <a:pt x="2913" y="1064"/>
                </a:lnTo>
                <a:lnTo>
                  <a:pt x="3007" y="1042"/>
                </a:lnTo>
                <a:lnTo>
                  <a:pt x="3195" y="997"/>
                </a:lnTo>
                <a:lnTo>
                  <a:pt x="3288" y="975"/>
                </a:lnTo>
                <a:lnTo>
                  <a:pt x="3382" y="953"/>
                </a:lnTo>
                <a:lnTo>
                  <a:pt x="3476" y="931"/>
                </a:lnTo>
                <a:lnTo>
                  <a:pt x="3664" y="887"/>
                </a:lnTo>
                <a:lnTo>
                  <a:pt x="3758" y="864"/>
                </a:lnTo>
                <a:lnTo>
                  <a:pt x="3852" y="842"/>
                </a:lnTo>
                <a:lnTo>
                  <a:pt x="3946" y="820"/>
                </a:lnTo>
                <a:lnTo>
                  <a:pt x="4040" y="798"/>
                </a:lnTo>
                <a:lnTo>
                  <a:pt x="4134" y="776"/>
                </a:lnTo>
                <a:lnTo>
                  <a:pt x="4322" y="732"/>
                </a:lnTo>
                <a:lnTo>
                  <a:pt x="4415" y="709"/>
                </a:lnTo>
                <a:lnTo>
                  <a:pt x="4509" y="687"/>
                </a:lnTo>
                <a:lnTo>
                  <a:pt x="4603" y="665"/>
                </a:lnTo>
                <a:lnTo>
                  <a:pt x="4791" y="621"/>
                </a:lnTo>
                <a:lnTo>
                  <a:pt x="4885" y="599"/>
                </a:lnTo>
                <a:lnTo>
                  <a:pt x="4979" y="576"/>
                </a:lnTo>
                <a:lnTo>
                  <a:pt x="5073" y="554"/>
                </a:lnTo>
                <a:lnTo>
                  <a:pt x="5167" y="532"/>
                </a:lnTo>
                <a:lnTo>
                  <a:pt x="5261" y="510"/>
                </a:lnTo>
                <a:lnTo>
                  <a:pt x="5355" y="488"/>
                </a:lnTo>
                <a:lnTo>
                  <a:pt x="5449" y="466"/>
                </a:lnTo>
                <a:lnTo>
                  <a:pt x="5543" y="443"/>
                </a:lnTo>
                <a:lnTo>
                  <a:pt x="5637" y="421"/>
                </a:lnTo>
                <a:lnTo>
                  <a:pt x="5730" y="399"/>
                </a:lnTo>
                <a:lnTo>
                  <a:pt x="5918" y="355"/>
                </a:lnTo>
                <a:lnTo>
                  <a:pt x="6012" y="333"/>
                </a:lnTo>
                <a:lnTo>
                  <a:pt x="6106" y="311"/>
                </a:lnTo>
                <a:lnTo>
                  <a:pt x="6200" y="288"/>
                </a:lnTo>
                <a:lnTo>
                  <a:pt x="6294" y="266"/>
                </a:lnTo>
                <a:lnTo>
                  <a:pt x="6388" y="244"/>
                </a:lnTo>
                <a:lnTo>
                  <a:pt x="6482" y="222"/>
                </a:lnTo>
                <a:lnTo>
                  <a:pt x="6576" y="200"/>
                </a:lnTo>
                <a:lnTo>
                  <a:pt x="6670" y="178"/>
                </a:lnTo>
                <a:lnTo>
                  <a:pt x="6764" y="156"/>
                </a:lnTo>
                <a:lnTo>
                  <a:pt x="6857" y="133"/>
                </a:lnTo>
                <a:lnTo>
                  <a:pt x="7045" y="89"/>
                </a:lnTo>
                <a:lnTo>
                  <a:pt x="7139" y="67"/>
                </a:lnTo>
                <a:lnTo>
                  <a:pt x="7233" y="45"/>
                </a:lnTo>
                <a:lnTo>
                  <a:pt x="7327" y="23"/>
                </a:lnTo>
                <a:lnTo>
                  <a:pt x="7421" y="0"/>
                </a:lnTo>
              </a:path>
            </a:pathLst>
          </a:custGeom>
          <a:ln w="13320">
            <a:solidFill>
              <a:srgbClr val="404040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 flipV="1">
            <a:off x="716400" y="1070640"/>
            <a:ext cx="0" cy="138528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430920" y="2356560"/>
            <a:ext cx="2563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0.001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430920" y="1934280"/>
            <a:ext cx="2563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0.003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430920" y="1471680"/>
            <a:ext cx="2563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0.010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684720" y="240732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684720" y="19850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>
            <a:off x="684720" y="15220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684720" y="109980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716400" y="2455920"/>
            <a:ext cx="293832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 flipV="1">
            <a:off x="119556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 flipV="1">
            <a:off x="228420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 flipV="1">
            <a:off x="347688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430920" y="1049040"/>
            <a:ext cx="2563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0.030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1081440" y="2500200"/>
            <a:ext cx="2563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0.001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2170080" y="2500200"/>
            <a:ext cx="2563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0.003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3362760" y="2500200"/>
            <a:ext cx="2563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0.010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1620720" y="2646360"/>
            <a:ext cx="10904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Mechanistic hazard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0" name=""/>
          <p:cNvSpPr txBox="1"/>
          <p:nvPr/>
        </p:nvSpPr>
        <p:spPr>
          <a:xfrm rot="16200000">
            <a:off x="-373320" y="1727280"/>
            <a:ext cx="13928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Machine-learning hazard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716400" y="500760"/>
            <a:ext cx="26164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Province-year mean predicted hazard, 2002-2024;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716400" y="627120"/>
            <a:ext cx="152712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 moderate but clearly positive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716400" y="298080"/>
            <a:ext cx="321084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Within the observed range they track each other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4879440" y="1070640"/>
            <a:ext cx="1437840" cy="1385640"/>
          </a:xfrm>
          <a:custGeom>
            <a:avLst/>
            <a:gdLst/>
            <a:ahLst/>
            <a:rect l="0" t="0" r="r" b="b"/>
            <a:pathLst>
              <a:path w="3994" h="3849">
                <a:moveTo>
                  <a:pt x="0" y="0"/>
                </a:moveTo>
                <a:lnTo>
                  <a:pt x="3994" y="0"/>
                </a:lnTo>
                <a:lnTo>
                  <a:pt x="3994" y="3849"/>
                </a:lnTo>
                <a:lnTo>
                  <a:pt x="0" y="38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5457240" y="1186200"/>
            <a:ext cx="305280" cy="0"/>
          </a:xfrm>
          <a:prstGeom prst="line">
            <a:avLst/>
          </a:prstGeom>
          <a:ln w="5940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5249520" y="1378440"/>
            <a:ext cx="701640" cy="0"/>
          </a:xfrm>
          <a:prstGeom prst="line">
            <a:avLst/>
          </a:prstGeom>
          <a:ln w="5940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5148000" y="1571040"/>
            <a:ext cx="907200" cy="0"/>
          </a:xfrm>
          <a:prstGeom prst="line">
            <a:avLst/>
          </a:prstGeom>
          <a:ln w="5940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5077800" y="1763280"/>
            <a:ext cx="1037520" cy="0"/>
          </a:xfrm>
          <a:prstGeom prst="line">
            <a:avLst/>
          </a:prstGeom>
          <a:ln w="5940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5222880" y="1955880"/>
            <a:ext cx="785880" cy="0"/>
          </a:xfrm>
          <a:prstGeom prst="line">
            <a:avLst/>
          </a:prstGeom>
          <a:ln w="5940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5088960" y="2148120"/>
            <a:ext cx="1027080" cy="0"/>
          </a:xfrm>
          <a:prstGeom prst="line">
            <a:avLst/>
          </a:prstGeom>
          <a:ln w="5940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4944600" y="2340360"/>
            <a:ext cx="1306800" cy="0"/>
          </a:xfrm>
          <a:prstGeom prst="line">
            <a:avLst/>
          </a:prstGeom>
          <a:ln w="5940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6380280" y="1070640"/>
            <a:ext cx="1437840" cy="1385640"/>
          </a:xfrm>
          <a:custGeom>
            <a:avLst/>
            <a:gdLst/>
            <a:ahLst/>
            <a:rect l="0" t="0" r="r" b="b"/>
            <a:pathLst>
              <a:path w="3994" h="3849">
                <a:moveTo>
                  <a:pt x="0" y="0"/>
                </a:moveTo>
                <a:lnTo>
                  <a:pt x="3994" y="0"/>
                </a:lnTo>
                <a:lnTo>
                  <a:pt x="3994" y="3849"/>
                </a:lnTo>
                <a:lnTo>
                  <a:pt x="0" y="38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6445440" y="1186200"/>
            <a:ext cx="666360" cy="0"/>
          </a:xfrm>
          <a:prstGeom prst="line">
            <a:avLst/>
          </a:prstGeom>
          <a:ln w="5940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6563160" y="1378440"/>
            <a:ext cx="674640" cy="0"/>
          </a:xfrm>
          <a:prstGeom prst="line">
            <a:avLst/>
          </a:prstGeom>
          <a:ln w="5940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6660360" y="1571040"/>
            <a:ext cx="674280" cy="0"/>
          </a:xfrm>
          <a:prstGeom prst="line">
            <a:avLst/>
          </a:prstGeom>
          <a:ln w="5940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6805800" y="1763280"/>
            <a:ext cx="674640" cy="0"/>
          </a:xfrm>
          <a:prstGeom prst="line">
            <a:avLst/>
          </a:prstGeom>
          <a:ln w="5940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6592320" y="1955880"/>
            <a:ext cx="674640" cy="0"/>
          </a:xfrm>
          <a:prstGeom prst="line">
            <a:avLst/>
          </a:prstGeom>
          <a:ln w="5940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6786360" y="2148120"/>
            <a:ext cx="674640" cy="0"/>
          </a:xfrm>
          <a:prstGeom prst="line">
            <a:avLst/>
          </a:prstGeom>
          <a:ln w="5940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7077600" y="2340360"/>
            <a:ext cx="674640" cy="0"/>
          </a:xfrm>
          <a:prstGeom prst="line">
            <a:avLst/>
          </a:prstGeom>
          <a:ln w="59400">
            <a:solidFill>
              <a:srgbClr val="D55E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9520" tIns="-29520" rIns="29520" bIns="-29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170640" y="15192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4930200" y="899640"/>
            <a:ext cx="13503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Accumulated warming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2" name=""/>
          <p:cNvSpPr/>
          <p:nvPr/>
        </p:nvSpPr>
        <p:spPr>
          <a:xfrm>
            <a:off x="4879440" y="2455920"/>
            <a:ext cx="143748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3" name=""/>
          <p:cNvSpPr/>
          <p:nvPr/>
        </p:nvSpPr>
        <p:spPr>
          <a:xfrm flipV="1">
            <a:off x="496224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4" name=""/>
          <p:cNvSpPr/>
          <p:nvPr/>
        </p:nvSpPr>
        <p:spPr>
          <a:xfrm flipV="1">
            <a:off x="529056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5" name=""/>
          <p:cNvSpPr/>
          <p:nvPr/>
        </p:nvSpPr>
        <p:spPr>
          <a:xfrm flipV="1">
            <a:off x="561888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 flipV="1">
            <a:off x="594756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 flipV="1">
            <a:off x="627588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6431040" y="899640"/>
            <a:ext cx="7808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Survey effort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4892400" y="2500200"/>
            <a:ext cx="1483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5246280" y="25002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5593680" y="25002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5922360" y="25002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6380280" y="2455920"/>
            <a:ext cx="143748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4" name=""/>
          <p:cNvSpPr/>
          <p:nvPr/>
        </p:nvSpPr>
        <p:spPr>
          <a:xfrm flipV="1">
            <a:off x="640548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5" name=""/>
          <p:cNvSpPr/>
          <p:nvPr/>
        </p:nvSpPr>
        <p:spPr>
          <a:xfrm flipV="1">
            <a:off x="672912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6" name=""/>
          <p:cNvSpPr/>
          <p:nvPr/>
        </p:nvSpPr>
        <p:spPr>
          <a:xfrm flipV="1">
            <a:off x="705276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7" name=""/>
          <p:cNvSpPr/>
          <p:nvPr/>
        </p:nvSpPr>
        <p:spPr>
          <a:xfrm flipV="1">
            <a:off x="737640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 flipV="1">
            <a:off x="7700040" y="24559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6225120" y="2500200"/>
            <a:ext cx="2332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10 -2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6703920" y="25002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7027560" y="25002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7351200" y="25002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3" name=""/>
          <p:cNvSpPr/>
          <p:nvPr/>
        </p:nvSpPr>
        <p:spPr>
          <a:xfrm flipV="1">
            <a:off x="4879440" y="1070640"/>
            <a:ext cx="0" cy="138528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7674840" y="25002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4251240" y="2289960"/>
            <a:ext cx="6310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SSP585 2080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4251240" y="2097360"/>
            <a:ext cx="6310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SSP585 2050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4251240" y="1905120"/>
            <a:ext cx="6310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SSP585 2030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4251240" y="1712880"/>
            <a:ext cx="6310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SSP245 2080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4251240" y="1520280"/>
            <a:ext cx="6310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SSP245 2050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4251240" y="1328040"/>
            <a:ext cx="63108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SSP245 2030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1" name=""/>
          <p:cNvSpPr/>
          <p:nvPr/>
        </p:nvSpPr>
        <p:spPr>
          <a:xfrm>
            <a:off x="4847760" y="23403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2" name=""/>
          <p:cNvSpPr/>
          <p:nvPr/>
        </p:nvSpPr>
        <p:spPr>
          <a:xfrm>
            <a:off x="4847760" y="214812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3" name=""/>
          <p:cNvSpPr/>
          <p:nvPr/>
        </p:nvSpPr>
        <p:spPr>
          <a:xfrm>
            <a:off x="4847760" y="19558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4" name=""/>
          <p:cNvSpPr/>
          <p:nvPr/>
        </p:nvSpPr>
        <p:spPr>
          <a:xfrm>
            <a:off x="4847760" y="17632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5" name=""/>
          <p:cNvSpPr/>
          <p:nvPr/>
        </p:nvSpPr>
        <p:spPr>
          <a:xfrm>
            <a:off x="4847760" y="15710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6" name=""/>
          <p:cNvSpPr/>
          <p:nvPr/>
        </p:nvSpPr>
        <p:spPr>
          <a:xfrm>
            <a:off x="4847760" y="13784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7" name=""/>
          <p:cNvSpPr/>
          <p:nvPr/>
        </p:nvSpPr>
        <p:spPr>
          <a:xfrm>
            <a:off x="4847760" y="118620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3958920" y="1135440"/>
            <a:ext cx="937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observed 2002-2024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173920" y="2646360"/>
            <a:ext cx="224388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Standardised value (1st-99th percentile)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4879440" y="500760"/>
            <a:ext cx="22968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Tree ensembles return boundary leaf values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4879440" y="627120"/>
            <a:ext cx="220536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 once covariates exit the observed support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4879440" y="298080"/>
            <a:ext cx="289908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Why: the scenarios leave the training range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716400" y="3736800"/>
            <a:ext cx="2325240" cy="783720"/>
          </a:xfrm>
          <a:custGeom>
            <a:avLst/>
            <a:gdLst/>
            <a:ahLst/>
            <a:rect l="0" t="0" r="r" b="b"/>
            <a:pathLst>
              <a:path w="6459" h="2177">
                <a:moveTo>
                  <a:pt x="0" y="0"/>
                </a:moveTo>
                <a:lnTo>
                  <a:pt x="6459" y="0"/>
                </a:lnTo>
                <a:lnTo>
                  <a:pt x="6459" y="2177"/>
                </a:lnTo>
                <a:lnTo>
                  <a:pt x="0" y="21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716400" y="441864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716400" y="427140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716400" y="412452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716400" y="397728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>
            <a:off x="716400" y="383004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716400" y="4124520"/>
            <a:ext cx="2324880" cy="0"/>
          </a:xfrm>
          <a:prstGeom prst="line">
            <a:avLst/>
          </a:prstGeom>
          <a:ln w="7920">
            <a:solidFill>
              <a:srgbClr val="A6A6A6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0" name=""/>
          <p:cNvSpPr/>
          <p:nvPr/>
        </p:nvSpPr>
        <p:spPr>
          <a:xfrm flipV="1">
            <a:off x="1392120" y="3746160"/>
            <a:ext cx="0" cy="774000"/>
          </a:xfrm>
          <a:prstGeom prst="line">
            <a:avLst/>
          </a:prstGeom>
          <a:ln w="7920">
            <a:solidFill>
              <a:srgbClr val="A6A6A6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 flipV="1">
            <a:off x="731520" y="3736800"/>
            <a:ext cx="1307880" cy="78372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1393920" y="40831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1393920" y="408312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1456920" y="41101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1456920" y="41101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1400040" y="41335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1400040" y="413352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1440360" y="41583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1440360" y="41583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>
            <a:off x="1395000" y="41119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>
            <a:off x="1395000" y="41119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2" name=""/>
          <p:cNvSpPr/>
          <p:nvPr/>
        </p:nvSpPr>
        <p:spPr>
          <a:xfrm>
            <a:off x="1344960" y="407592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3" name=""/>
          <p:cNvSpPr/>
          <p:nvPr/>
        </p:nvSpPr>
        <p:spPr>
          <a:xfrm>
            <a:off x="1344960" y="407592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4" name=""/>
          <p:cNvSpPr/>
          <p:nvPr/>
        </p:nvSpPr>
        <p:spPr>
          <a:xfrm>
            <a:off x="1426680" y="39614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1426680" y="39614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1397160" y="42753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7" name=""/>
          <p:cNvSpPr/>
          <p:nvPr/>
        </p:nvSpPr>
        <p:spPr>
          <a:xfrm>
            <a:off x="1397160" y="42753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1418760" y="409356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9" name=""/>
          <p:cNvSpPr/>
          <p:nvPr/>
        </p:nvSpPr>
        <p:spPr>
          <a:xfrm>
            <a:off x="1418760" y="409356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1392840" y="41004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1392840" y="41004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1446840" y="40971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1446840" y="40971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1403640" y="4036320"/>
            <a:ext cx="41400" cy="41040"/>
          </a:xfrm>
          <a:custGeom>
            <a:avLst/>
            <a:gdLst/>
            <a:ahLst/>
            <a:rect l="0" t="0" r="r" b="b"/>
            <a:pathLst>
              <a:path w="115" h="114">
                <a:moveTo>
                  <a:pt x="0" y="57"/>
                </a:moveTo>
                <a:cubicBezTo>
                  <a:pt x="0" y="-19"/>
                  <a:pt x="115" y="-19"/>
                  <a:pt x="115" y="57"/>
                </a:cubicBezTo>
                <a:cubicBezTo>
                  <a:pt x="115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1403640" y="4036320"/>
            <a:ext cx="41400" cy="41040"/>
          </a:xfrm>
          <a:custGeom>
            <a:avLst/>
            <a:gdLst/>
            <a:ahLst/>
            <a:rect l="0" t="0" r="r" b="b"/>
            <a:pathLst>
              <a:path fill="none" w="115" h="114">
                <a:moveTo>
                  <a:pt x="115" y="57"/>
                </a:moveTo>
                <a:cubicBezTo>
                  <a:pt x="115" y="133"/>
                  <a:pt x="0" y="133"/>
                  <a:pt x="0" y="57"/>
                </a:cubicBezTo>
                <a:cubicBezTo>
                  <a:pt x="0" y="-19"/>
                  <a:pt x="115" y="-19"/>
                  <a:pt x="115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1421280" y="40496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1421280" y="40496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1421280" y="42523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1421280" y="42523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0" name=""/>
          <p:cNvSpPr/>
          <p:nvPr/>
        </p:nvSpPr>
        <p:spPr>
          <a:xfrm>
            <a:off x="1385280" y="44006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1385280" y="44006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2" name=""/>
          <p:cNvSpPr/>
          <p:nvPr/>
        </p:nvSpPr>
        <p:spPr>
          <a:xfrm>
            <a:off x="1467360" y="41130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3" name=""/>
          <p:cNvSpPr/>
          <p:nvPr/>
        </p:nvSpPr>
        <p:spPr>
          <a:xfrm>
            <a:off x="1467360" y="41130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1405080" y="389232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5" name=""/>
          <p:cNvSpPr/>
          <p:nvPr/>
        </p:nvSpPr>
        <p:spPr>
          <a:xfrm>
            <a:off x="1405080" y="389232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1430280" y="43038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1430280" y="43038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8" name=""/>
          <p:cNvSpPr/>
          <p:nvPr/>
        </p:nvSpPr>
        <p:spPr>
          <a:xfrm>
            <a:off x="1391040" y="41475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1391040" y="41475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1413360" y="424476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1" name=""/>
          <p:cNvSpPr/>
          <p:nvPr/>
        </p:nvSpPr>
        <p:spPr>
          <a:xfrm>
            <a:off x="1413360" y="424476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1399320" y="41209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1399320" y="41209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1383480" y="40921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1383480" y="40921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1411920" y="409356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1411920" y="409356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1434240" y="42541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1434240" y="425412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1380240" y="43095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1380240" y="43095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1420920" y="40964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1420920" y="40964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1400400" y="39715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1400400" y="397152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1390320" y="41065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7" name=""/>
          <p:cNvSpPr/>
          <p:nvPr/>
        </p:nvSpPr>
        <p:spPr>
          <a:xfrm>
            <a:off x="1390320" y="41065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8" name=""/>
          <p:cNvSpPr/>
          <p:nvPr/>
        </p:nvSpPr>
        <p:spPr>
          <a:xfrm>
            <a:off x="1357560" y="375228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1357560" y="375228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0" name=""/>
          <p:cNvSpPr/>
          <p:nvPr/>
        </p:nvSpPr>
        <p:spPr>
          <a:xfrm>
            <a:off x="1202400" y="417708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1" name=""/>
          <p:cNvSpPr/>
          <p:nvPr/>
        </p:nvSpPr>
        <p:spPr>
          <a:xfrm>
            <a:off x="1202400" y="417708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2" name=""/>
          <p:cNvSpPr/>
          <p:nvPr/>
        </p:nvSpPr>
        <p:spPr>
          <a:xfrm>
            <a:off x="1436760" y="41061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1436760" y="41061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4" name=""/>
          <p:cNvSpPr txBox="1"/>
          <p:nvPr/>
        </p:nvSpPr>
        <p:spPr>
          <a:xfrm>
            <a:off x="3857400" y="15192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822240" y="3770280"/>
            <a:ext cx="5047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rho = -0.04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716400" y="4583160"/>
            <a:ext cx="2325240" cy="783720"/>
          </a:xfrm>
          <a:custGeom>
            <a:avLst/>
            <a:gdLst/>
            <a:ahLst/>
            <a:rect l="0" t="0" r="r" b="b"/>
            <a:pathLst>
              <a:path w="6459" h="2177">
                <a:moveTo>
                  <a:pt x="0" y="0"/>
                </a:moveTo>
                <a:lnTo>
                  <a:pt x="6459" y="0"/>
                </a:lnTo>
                <a:lnTo>
                  <a:pt x="6459" y="2177"/>
                </a:lnTo>
                <a:lnTo>
                  <a:pt x="0" y="21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7" name=""/>
          <p:cNvSpPr/>
          <p:nvPr/>
        </p:nvSpPr>
        <p:spPr>
          <a:xfrm>
            <a:off x="716400" y="526500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8" name=""/>
          <p:cNvSpPr/>
          <p:nvPr/>
        </p:nvSpPr>
        <p:spPr>
          <a:xfrm>
            <a:off x="716400" y="511776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9" name=""/>
          <p:cNvSpPr/>
          <p:nvPr/>
        </p:nvSpPr>
        <p:spPr>
          <a:xfrm>
            <a:off x="716400" y="497088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0" name=""/>
          <p:cNvSpPr/>
          <p:nvPr/>
        </p:nvSpPr>
        <p:spPr>
          <a:xfrm>
            <a:off x="716400" y="482364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716400" y="467676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2" name=""/>
          <p:cNvSpPr/>
          <p:nvPr/>
        </p:nvSpPr>
        <p:spPr>
          <a:xfrm>
            <a:off x="716400" y="4970880"/>
            <a:ext cx="2324880" cy="0"/>
          </a:xfrm>
          <a:prstGeom prst="line">
            <a:avLst/>
          </a:prstGeom>
          <a:ln w="7920">
            <a:solidFill>
              <a:srgbClr val="A6A6A6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3" name=""/>
          <p:cNvSpPr/>
          <p:nvPr/>
        </p:nvSpPr>
        <p:spPr>
          <a:xfrm flipV="1">
            <a:off x="1392120" y="4584600"/>
            <a:ext cx="0" cy="781920"/>
          </a:xfrm>
          <a:prstGeom prst="line">
            <a:avLst/>
          </a:prstGeom>
          <a:ln w="7920">
            <a:solidFill>
              <a:srgbClr val="A6A6A6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4" name=""/>
          <p:cNvSpPr/>
          <p:nvPr/>
        </p:nvSpPr>
        <p:spPr>
          <a:xfrm flipV="1">
            <a:off x="731520" y="4583160"/>
            <a:ext cx="1307880" cy="78372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5" name=""/>
          <p:cNvSpPr/>
          <p:nvPr/>
        </p:nvSpPr>
        <p:spPr>
          <a:xfrm>
            <a:off x="1408320" y="49086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6" name=""/>
          <p:cNvSpPr/>
          <p:nvPr/>
        </p:nvSpPr>
        <p:spPr>
          <a:xfrm>
            <a:off x="1408320" y="49086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1489680" y="49651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8" name=""/>
          <p:cNvSpPr/>
          <p:nvPr/>
        </p:nvSpPr>
        <p:spPr>
          <a:xfrm>
            <a:off x="1489680" y="49651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1423080" y="49611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0" name=""/>
          <p:cNvSpPr/>
          <p:nvPr/>
        </p:nvSpPr>
        <p:spPr>
          <a:xfrm>
            <a:off x="1423080" y="49611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1479600" y="49766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1479600" y="49766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1403280" y="49683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4" name=""/>
          <p:cNvSpPr/>
          <p:nvPr/>
        </p:nvSpPr>
        <p:spPr>
          <a:xfrm>
            <a:off x="1403280" y="49683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5" name=""/>
          <p:cNvSpPr/>
          <p:nvPr/>
        </p:nvSpPr>
        <p:spPr>
          <a:xfrm>
            <a:off x="1390320" y="48452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1390320" y="48452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1469160" y="505044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1469160" y="505044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1441080" y="50446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1441080" y="50446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1480320" y="47098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1480320" y="47098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1415520" y="48214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>
            <a:off x="1415520" y="48214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1455120" y="47548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6" name=""/>
          <p:cNvSpPr/>
          <p:nvPr/>
        </p:nvSpPr>
        <p:spPr>
          <a:xfrm>
            <a:off x="1455120" y="47548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1411920" y="50097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1411920" y="50097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1429200" y="49212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1429200" y="49212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1439640" y="50590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1439640" y="50590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1384200" y="518688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1384200" y="518688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1484640" y="49435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1484640" y="494352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1423080" y="494208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1423080" y="494208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1438560" y="5103360"/>
            <a:ext cx="41400" cy="41400"/>
          </a:xfrm>
          <a:custGeom>
            <a:avLst/>
            <a:gdLst/>
            <a:ahLst/>
            <a:rect l="0" t="0" r="r" b="b"/>
            <a:pathLst>
              <a:path w="115" h="115">
                <a:moveTo>
                  <a:pt x="0" y="57"/>
                </a:moveTo>
                <a:cubicBezTo>
                  <a:pt x="0" y="-19"/>
                  <a:pt x="115" y="-19"/>
                  <a:pt x="115" y="57"/>
                </a:cubicBezTo>
                <a:cubicBezTo>
                  <a:pt x="115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1438560" y="5103360"/>
            <a:ext cx="41400" cy="41400"/>
          </a:xfrm>
          <a:custGeom>
            <a:avLst/>
            <a:gdLst/>
            <a:ahLst/>
            <a:rect l="0" t="0" r="r" b="b"/>
            <a:pathLst>
              <a:path fill="none" w="115" h="115">
                <a:moveTo>
                  <a:pt x="115" y="57"/>
                </a:moveTo>
                <a:cubicBezTo>
                  <a:pt x="115" y="134"/>
                  <a:pt x="0" y="134"/>
                  <a:pt x="0" y="57"/>
                </a:cubicBezTo>
                <a:cubicBezTo>
                  <a:pt x="0" y="-19"/>
                  <a:pt x="115" y="-19"/>
                  <a:pt x="115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1406880" y="48301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1406880" y="48301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1417680" y="510984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1417680" y="510984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1429200" y="49550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6" name=""/>
          <p:cNvSpPr/>
          <p:nvPr/>
        </p:nvSpPr>
        <p:spPr>
          <a:xfrm>
            <a:off x="1429200" y="49550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1394280" y="46537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1394280" y="46537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1438920" y="50634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1438920" y="50634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1465560" y="50936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1465560" y="50936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1392840" y="5136840"/>
            <a:ext cx="41400" cy="41040"/>
          </a:xfrm>
          <a:custGeom>
            <a:avLst/>
            <a:gdLst/>
            <a:ahLst/>
            <a:rect l="0" t="0" r="r" b="b"/>
            <a:pathLst>
              <a:path w="115" h="114">
                <a:moveTo>
                  <a:pt x="0" y="57"/>
                </a:moveTo>
                <a:cubicBezTo>
                  <a:pt x="0" y="-19"/>
                  <a:pt x="115" y="-19"/>
                  <a:pt x="115" y="57"/>
                </a:cubicBezTo>
                <a:cubicBezTo>
                  <a:pt x="115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1392840" y="5136840"/>
            <a:ext cx="41400" cy="41040"/>
          </a:xfrm>
          <a:custGeom>
            <a:avLst/>
            <a:gdLst/>
            <a:ahLst/>
            <a:rect l="0" t="0" r="r" b="b"/>
            <a:pathLst>
              <a:path fill="none" w="115" h="114">
                <a:moveTo>
                  <a:pt x="115" y="57"/>
                </a:moveTo>
                <a:cubicBezTo>
                  <a:pt x="115" y="133"/>
                  <a:pt x="0" y="133"/>
                  <a:pt x="0" y="57"/>
                </a:cubicBezTo>
                <a:cubicBezTo>
                  <a:pt x="0" y="-19"/>
                  <a:pt x="115" y="-19"/>
                  <a:pt x="115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1458000" y="49338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1458000" y="49338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1419480" y="49482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1419480" y="49482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1415520" y="49086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1415520" y="49086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1341360" y="49514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1341360" y="49514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1154880" y="49903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1154880" y="49903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1464840" y="49586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1464840" y="49586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7" name=""/>
          <p:cNvSpPr txBox="1"/>
          <p:nvPr/>
        </p:nvSpPr>
        <p:spPr>
          <a:xfrm>
            <a:off x="822240" y="3918600"/>
            <a:ext cx="865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42% agree on sign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822240" y="4616640"/>
            <a:ext cx="5047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rho = -0.03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3104640" y="3736800"/>
            <a:ext cx="2325240" cy="783720"/>
          </a:xfrm>
          <a:custGeom>
            <a:avLst/>
            <a:gdLst/>
            <a:ahLst/>
            <a:rect l="0" t="0" r="r" b="b"/>
            <a:pathLst>
              <a:path w="6459" h="2177">
                <a:moveTo>
                  <a:pt x="0" y="0"/>
                </a:moveTo>
                <a:lnTo>
                  <a:pt x="6459" y="0"/>
                </a:lnTo>
                <a:lnTo>
                  <a:pt x="6459" y="2177"/>
                </a:lnTo>
                <a:lnTo>
                  <a:pt x="0" y="21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3104640" y="441864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1" name=""/>
          <p:cNvSpPr/>
          <p:nvPr/>
        </p:nvSpPr>
        <p:spPr>
          <a:xfrm>
            <a:off x="3104640" y="427140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2" name=""/>
          <p:cNvSpPr/>
          <p:nvPr/>
        </p:nvSpPr>
        <p:spPr>
          <a:xfrm>
            <a:off x="3104640" y="412452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3" name=""/>
          <p:cNvSpPr/>
          <p:nvPr/>
        </p:nvSpPr>
        <p:spPr>
          <a:xfrm>
            <a:off x="3104640" y="397728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4" name=""/>
          <p:cNvSpPr/>
          <p:nvPr/>
        </p:nvSpPr>
        <p:spPr>
          <a:xfrm>
            <a:off x="3104640" y="383004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5" name=""/>
          <p:cNvSpPr/>
          <p:nvPr/>
        </p:nvSpPr>
        <p:spPr>
          <a:xfrm>
            <a:off x="3104640" y="4124520"/>
            <a:ext cx="2324880" cy="0"/>
          </a:xfrm>
          <a:prstGeom prst="line">
            <a:avLst/>
          </a:prstGeom>
          <a:ln w="7920">
            <a:solidFill>
              <a:srgbClr val="A6A6A6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6" name=""/>
          <p:cNvSpPr/>
          <p:nvPr/>
        </p:nvSpPr>
        <p:spPr>
          <a:xfrm flipV="1">
            <a:off x="3780360" y="3746160"/>
            <a:ext cx="0" cy="774000"/>
          </a:xfrm>
          <a:prstGeom prst="line">
            <a:avLst/>
          </a:prstGeom>
          <a:ln w="7920">
            <a:solidFill>
              <a:srgbClr val="A6A6A6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7" name=""/>
          <p:cNvSpPr/>
          <p:nvPr/>
        </p:nvSpPr>
        <p:spPr>
          <a:xfrm flipV="1">
            <a:off x="3119760" y="3736800"/>
            <a:ext cx="1307880" cy="78372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8" name=""/>
          <p:cNvSpPr/>
          <p:nvPr/>
        </p:nvSpPr>
        <p:spPr>
          <a:xfrm>
            <a:off x="3874320" y="419940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29" name=""/>
          <p:cNvSpPr/>
          <p:nvPr/>
        </p:nvSpPr>
        <p:spPr>
          <a:xfrm>
            <a:off x="3874320" y="419940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3979080" y="411552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3979080" y="411552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2" name=""/>
          <p:cNvSpPr/>
          <p:nvPr/>
        </p:nvSpPr>
        <p:spPr>
          <a:xfrm>
            <a:off x="3893040" y="42357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3" name=""/>
          <p:cNvSpPr/>
          <p:nvPr/>
        </p:nvSpPr>
        <p:spPr>
          <a:xfrm>
            <a:off x="3893040" y="42357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4" name=""/>
          <p:cNvSpPr/>
          <p:nvPr/>
        </p:nvSpPr>
        <p:spPr>
          <a:xfrm>
            <a:off x="4027680" y="41443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5" name=""/>
          <p:cNvSpPr/>
          <p:nvPr/>
        </p:nvSpPr>
        <p:spPr>
          <a:xfrm>
            <a:off x="4027680" y="41443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6" name=""/>
          <p:cNvSpPr/>
          <p:nvPr/>
        </p:nvSpPr>
        <p:spPr>
          <a:xfrm>
            <a:off x="3800160" y="41220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7" name=""/>
          <p:cNvSpPr/>
          <p:nvPr/>
        </p:nvSpPr>
        <p:spPr>
          <a:xfrm>
            <a:off x="3800160" y="41220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8" name=""/>
          <p:cNvSpPr/>
          <p:nvPr/>
        </p:nvSpPr>
        <p:spPr>
          <a:xfrm>
            <a:off x="3879360" y="41007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3879360" y="41007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0" name=""/>
          <p:cNvSpPr/>
          <p:nvPr/>
        </p:nvSpPr>
        <p:spPr>
          <a:xfrm>
            <a:off x="4005720" y="42238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4005720" y="42238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3938400" y="41644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3938400" y="41644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4045680" y="4154040"/>
            <a:ext cx="41400" cy="41040"/>
          </a:xfrm>
          <a:custGeom>
            <a:avLst/>
            <a:gdLst/>
            <a:ahLst/>
            <a:rect l="0" t="0" r="r" b="b"/>
            <a:pathLst>
              <a:path w="115" h="114">
                <a:moveTo>
                  <a:pt x="0" y="58"/>
                </a:moveTo>
                <a:cubicBezTo>
                  <a:pt x="0" y="-19"/>
                  <a:pt x="115" y="-19"/>
                  <a:pt x="115" y="58"/>
                </a:cubicBezTo>
                <a:cubicBezTo>
                  <a:pt x="115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4045680" y="4154040"/>
            <a:ext cx="41400" cy="41040"/>
          </a:xfrm>
          <a:custGeom>
            <a:avLst/>
            <a:gdLst/>
            <a:ahLst/>
            <a:rect l="0" t="0" r="r" b="b"/>
            <a:pathLst>
              <a:path fill="none" w="115" h="114">
                <a:moveTo>
                  <a:pt x="115" y="58"/>
                </a:moveTo>
                <a:cubicBezTo>
                  <a:pt x="115" y="133"/>
                  <a:pt x="0" y="133"/>
                  <a:pt x="0" y="58"/>
                </a:cubicBezTo>
                <a:cubicBezTo>
                  <a:pt x="0" y="-19"/>
                  <a:pt x="115" y="-19"/>
                  <a:pt x="115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3872520" y="418824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3872520" y="418824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3864960" y="408024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3864960" y="408024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0" name=""/>
          <p:cNvSpPr/>
          <p:nvPr/>
        </p:nvSpPr>
        <p:spPr>
          <a:xfrm>
            <a:off x="3856680" y="41403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3856680" y="41403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2" name=""/>
          <p:cNvSpPr/>
          <p:nvPr/>
        </p:nvSpPr>
        <p:spPr>
          <a:xfrm>
            <a:off x="3911760" y="408132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3911760" y="408132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3954600" y="42390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5" name=""/>
          <p:cNvSpPr/>
          <p:nvPr/>
        </p:nvSpPr>
        <p:spPr>
          <a:xfrm>
            <a:off x="3954600" y="42390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6" name=""/>
          <p:cNvSpPr/>
          <p:nvPr/>
        </p:nvSpPr>
        <p:spPr>
          <a:xfrm>
            <a:off x="3772800" y="44640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3772800" y="44640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4029840" y="41389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4029840" y="41389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0" name=""/>
          <p:cNvSpPr/>
          <p:nvPr/>
        </p:nvSpPr>
        <p:spPr>
          <a:xfrm>
            <a:off x="3913200" y="41907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1" name=""/>
          <p:cNvSpPr/>
          <p:nvPr/>
        </p:nvSpPr>
        <p:spPr>
          <a:xfrm>
            <a:off x="3913200" y="41907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3850920" y="41544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3850920" y="41544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4" name=""/>
          <p:cNvSpPr/>
          <p:nvPr/>
        </p:nvSpPr>
        <p:spPr>
          <a:xfrm>
            <a:off x="3852000" y="42652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3852000" y="42652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3799800" y="443664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3799800" y="443664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8" name=""/>
          <p:cNvSpPr/>
          <p:nvPr/>
        </p:nvSpPr>
        <p:spPr>
          <a:xfrm>
            <a:off x="3881880" y="41108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3881880" y="41108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0" name=""/>
          <p:cNvSpPr/>
          <p:nvPr/>
        </p:nvSpPr>
        <p:spPr>
          <a:xfrm>
            <a:off x="3809160" y="41212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3809160" y="41212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2" name=""/>
          <p:cNvSpPr/>
          <p:nvPr/>
        </p:nvSpPr>
        <p:spPr>
          <a:xfrm>
            <a:off x="3925800" y="42238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3" name=""/>
          <p:cNvSpPr/>
          <p:nvPr/>
        </p:nvSpPr>
        <p:spPr>
          <a:xfrm>
            <a:off x="3925800" y="42238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4" name=""/>
          <p:cNvSpPr/>
          <p:nvPr/>
        </p:nvSpPr>
        <p:spPr>
          <a:xfrm>
            <a:off x="4010040" y="42552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5" name=""/>
          <p:cNvSpPr/>
          <p:nvPr/>
        </p:nvSpPr>
        <p:spPr>
          <a:xfrm>
            <a:off x="4010040" y="42552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3815640" y="44161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3815640" y="441612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8" name=""/>
          <p:cNvSpPr/>
          <p:nvPr/>
        </p:nvSpPr>
        <p:spPr>
          <a:xfrm>
            <a:off x="3957120" y="408996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79" name=""/>
          <p:cNvSpPr/>
          <p:nvPr/>
        </p:nvSpPr>
        <p:spPr>
          <a:xfrm>
            <a:off x="3957120" y="408996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0" name=""/>
          <p:cNvSpPr/>
          <p:nvPr/>
        </p:nvSpPr>
        <p:spPr>
          <a:xfrm>
            <a:off x="3885840" y="42008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1" name=""/>
          <p:cNvSpPr/>
          <p:nvPr/>
        </p:nvSpPr>
        <p:spPr>
          <a:xfrm>
            <a:off x="3885840" y="42008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2" name=""/>
          <p:cNvSpPr/>
          <p:nvPr/>
        </p:nvSpPr>
        <p:spPr>
          <a:xfrm>
            <a:off x="3842280" y="40849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3" name=""/>
          <p:cNvSpPr/>
          <p:nvPr/>
        </p:nvSpPr>
        <p:spPr>
          <a:xfrm>
            <a:off x="3842280" y="40849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4" name=""/>
          <p:cNvSpPr/>
          <p:nvPr/>
        </p:nvSpPr>
        <p:spPr>
          <a:xfrm>
            <a:off x="3697920" y="41457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5" name=""/>
          <p:cNvSpPr/>
          <p:nvPr/>
        </p:nvSpPr>
        <p:spPr>
          <a:xfrm>
            <a:off x="3697920" y="41457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6" name=""/>
          <p:cNvSpPr/>
          <p:nvPr/>
        </p:nvSpPr>
        <p:spPr>
          <a:xfrm>
            <a:off x="3622320" y="40561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7" name=""/>
          <p:cNvSpPr/>
          <p:nvPr/>
        </p:nvSpPr>
        <p:spPr>
          <a:xfrm>
            <a:off x="3622320" y="40561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8" name=""/>
          <p:cNvSpPr/>
          <p:nvPr/>
        </p:nvSpPr>
        <p:spPr>
          <a:xfrm>
            <a:off x="4008600" y="412776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9" name=""/>
          <p:cNvSpPr/>
          <p:nvPr/>
        </p:nvSpPr>
        <p:spPr>
          <a:xfrm>
            <a:off x="4008600" y="412776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822240" y="4764960"/>
            <a:ext cx="865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48% agree on sign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3210480" y="3770280"/>
            <a:ext cx="5047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rho = -0.00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2" name=""/>
          <p:cNvSpPr/>
          <p:nvPr/>
        </p:nvSpPr>
        <p:spPr>
          <a:xfrm>
            <a:off x="3104640" y="4583160"/>
            <a:ext cx="2325240" cy="783720"/>
          </a:xfrm>
          <a:custGeom>
            <a:avLst/>
            <a:gdLst/>
            <a:ahLst/>
            <a:rect l="0" t="0" r="r" b="b"/>
            <a:pathLst>
              <a:path w="6459" h="2177">
                <a:moveTo>
                  <a:pt x="0" y="0"/>
                </a:moveTo>
                <a:lnTo>
                  <a:pt x="6459" y="0"/>
                </a:lnTo>
                <a:lnTo>
                  <a:pt x="6459" y="2177"/>
                </a:lnTo>
                <a:lnTo>
                  <a:pt x="0" y="21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3" name=""/>
          <p:cNvSpPr/>
          <p:nvPr/>
        </p:nvSpPr>
        <p:spPr>
          <a:xfrm>
            <a:off x="3104640" y="526500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4" name=""/>
          <p:cNvSpPr/>
          <p:nvPr/>
        </p:nvSpPr>
        <p:spPr>
          <a:xfrm>
            <a:off x="3104640" y="511776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5" name=""/>
          <p:cNvSpPr/>
          <p:nvPr/>
        </p:nvSpPr>
        <p:spPr>
          <a:xfrm>
            <a:off x="3104640" y="497088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6" name=""/>
          <p:cNvSpPr/>
          <p:nvPr/>
        </p:nvSpPr>
        <p:spPr>
          <a:xfrm>
            <a:off x="3104640" y="482364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7" name=""/>
          <p:cNvSpPr/>
          <p:nvPr/>
        </p:nvSpPr>
        <p:spPr>
          <a:xfrm>
            <a:off x="3104640" y="467676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8" name=""/>
          <p:cNvSpPr/>
          <p:nvPr/>
        </p:nvSpPr>
        <p:spPr>
          <a:xfrm>
            <a:off x="3104640" y="4970880"/>
            <a:ext cx="2324880" cy="0"/>
          </a:xfrm>
          <a:prstGeom prst="line">
            <a:avLst/>
          </a:prstGeom>
          <a:ln w="7920">
            <a:solidFill>
              <a:srgbClr val="A6A6A6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9" name=""/>
          <p:cNvSpPr/>
          <p:nvPr/>
        </p:nvSpPr>
        <p:spPr>
          <a:xfrm flipV="1">
            <a:off x="3780360" y="4584600"/>
            <a:ext cx="0" cy="781920"/>
          </a:xfrm>
          <a:prstGeom prst="line">
            <a:avLst/>
          </a:prstGeom>
          <a:ln w="7920">
            <a:solidFill>
              <a:srgbClr val="A6A6A6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0" name=""/>
          <p:cNvSpPr/>
          <p:nvPr/>
        </p:nvSpPr>
        <p:spPr>
          <a:xfrm flipV="1">
            <a:off x="3119760" y="4583160"/>
            <a:ext cx="1307880" cy="78372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1" name=""/>
          <p:cNvSpPr/>
          <p:nvPr/>
        </p:nvSpPr>
        <p:spPr>
          <a:xfrm>
            <a:off x="4039560" y="50652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2" name=""/>
          <p:cNvSpPr/>
          <p:nvPr/>
        </p:nvSpPr>
        <p:spPr>
          <a:xfrm>
            <a:off x="4039560" y="50652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3" name=""/>
          <p:cNvSpPr/>
          <p:nvPr/>
        </p:nvSpPr>
        <p:spPr>
          <a:xfrm>
            <a:off x="4115880" y="49654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4" name=""/>
          <p:cNvSpPr/>
          <p:nvPr/>
        </p:nvSpPr>
        <p:spPr>
          <a:xfrm>
            <a:off x="4115880" y="49654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5" name=""/>
          <p:cNvSpPr/>
          <p:nvPr/>
        </p:nvSpPr>
        <p:spPr>
          <a:xfrm>
            <a:off x="4081320" y="508644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6" name=""/>
          <p:cNvSpPr/>
          <p:nvPr/>
        </p:nvSpPr>
        <p:spPr>
          <a:xfrm>
            <a:off x="4081320" y="508644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7" name=""/>
          <p:cNvSpPr/>
          <p:nvPr/>
        </p:nvSpPr>
        <p:spPr>
          <a:xfrm>
            <a:off x="4324680" y="49939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8" name=""/>
          <p:cNvSpPr/>
          <p:nvPr/>
        </p:nvSpPr>
        <p:spPr>
          <a:xfrm>
            <a:off x="4324680" y="49939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9" name=""/>
          <p:cNvSpPr/>
          <p:nvPr/>
        </p:nvSpPr>
        <p:spPr>
          <a:xfrm>
            <a:off x="3867480" y="498168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0" name=""/>
          <p:cNvSpPr/>
          <p:nvPr/>
        </p:nvSpPr>
        <p:spPr>
          <a:xfrm>
            <a:off x="3867480" y="498168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1" name=""/>
          <p:cNvSpPr/>
          <p:nvPr/>
        </p:nvSpPr>
        <p:spPr>
          <a:xfrm>
            <a:off x="4140000" y="505620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2" name=""/>
          <p:cNvSpPr/>
          <p:nvPr/>
        </p:nvSpPr>
        <p:spPr>
          <a:xfrm>
            <a:off x="4140000" y="505620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3" name=""/>
          <p:cNvSpPr/>
          <p:nvPr/>
        </p:nvSpPr>
        <p:spPr>
          <a:xfrm>
            <a:off x="4300920" y="507888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4" name=""/>
          <p:cNvSpPr/>
          <p:nvPr/>
        </p:nvSpPr>
        <p:spPr>
          <a:xfrm>
            <a:off x="4300920" y="507888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5" name=""/>
          <p:cNvSpPr/>
          <p:nvPr/>
        </p:nvSpPr>
        <p:spPr>
          <a:xfrm>
            <a:off x="4199040" y="513144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6" name=""/>
          <p:cNvSpPr/>
          <p:nvPr/>
        </p:nvSpPr>
        <p:spPr>
          <a:xfrm>
            <a:off x="4199040" y="513144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7" name=""/>
          <p:cNvSpPr/>
          <p:nvPr/>
        </p:nvSpPr>
        <p:spPr>
          <a:xfrm>
            <a:off x="4438440" y="50076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8" name=""/>
          <p:cNvSpPr/>
          <p:nvPr/>
        </p:nvSpPr>
        <p:spPr>
          <a:xfrm>
            <a:off x="4438440" y="50076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9" name=""/>
          <p:cNvSpPr/>
          <p:nvPr/>
        </p:nvSpPr>
        <p:spPr>
          <a:xfrm>
            <a:off x="3997080" y="50562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0" name=""/>
          <p:cNvSpPr/>
          <p:nvPr/>
        </p:nvSpPr>
        <p:spPr>
          <a:xfrm>
            <a:off x="3997080" y="50562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1" name=""/>
          <p:cNvSpPr/>
          <p:nvPr/>
        </p:nvSpPr>
        <p:spPr>
          <a:xfrm>
            <a:off x="3910680" y="50565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2" name=""/>
          <p:cNvSpPr/>
          <p:nvPr/>
        </p:nvSpPr>
        <p:spPr>
          <a:xfrm>
            <a:off x="3910680" y="50565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3" name=""/>
          <p:cNvSpPr/>
          <p:nvPr/>
        </p:nvSpPr>
        <p:spPr>
          <a:xfrm>
            <a:off x="4023000" y="50025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4" name=""/>
          <p:cNvSpPr/>
          <p:nvPr/>
        </p:nvSpPr>
        <p:spPr>
          <a:xfrm>
            <a:off x="4023000" y="50025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5" name=""/>
          <p:cNvSpPr/>
          <p:nvPr/>
        </p:nvSpPr>
        <p:spPr>
          <a:xfrm>
            <a:off x="4128120" y="49323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6" name=""/>
          <p:cNvSpPr/>
          <p:nvPr/>
        </p:nvSpPr>
        <p:spPr>
          <a:xfrm>
            <a:off x="4128120" y="49323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7" name=""/>
          <p:cNvSpPr/>
          <p:nvPr/>
        </p:nvSpPr>
        <p:spPr>
          <a:xfrm>
            <a:off x="4170240" y="50760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8" name=""/>
          <p:cNvSpPr/>
          <p:nvPr/>
        </p:nvSpPr>
        <p:spPr>
          <a:xfrm>
            <a:off x="4170240" y="50760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9" name=""/>
          <p:cNvSpPr/>
          <p:nvPr/>
        </p:nvSpPr>
        <p:spPr>
          <a:xfrm>
            <a:off x="3778920" y="53010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0" name=""/>
          <p:cNvSpPr/>
          <p:nvPr/>
        </p:nvSpPr>
        <p:spPr>
          <a:xfrm>
            <a:off x="3778920" y="53010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1" name=""/>
          <p:cNvSpPr/>
          <p:nvPr/>
        </p:nvSpPr>
        <p:spPr>
          <a:xfrm>
            <a:off x="4289400" y="4988160"/>
            <a:ext cx="41400" cy="41400"/>
          </a:xfrm>
          <a:custGeom>
            <a:avLst/>
            <a:gdLst/>
            <a:ahLst/>
            <a:rect l="0" t="0" r="r" b="b"/>
            <a:pathLst>
              <a:path w="115" h="115">
                <a:moveTo>
                  <a:pt x="0" y="58"/>
                </a:moveTo>
                <a:cubicBezTo>
                  <a:pt x="0" y="-19"/>
                  <a:pt x="115" y="-19"/>
                  <a:pt x="115" y="58"/>
                </a:cubicBezTo>
                <a:cubicBezTo>
                  <a:pt x="115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2" name=""/>
          <p:cNvSpPr/>
          <p:nvPr/>
        </p:nvSpPr>
        <p:spPr>
          <a:xfrm>
            <a:off x="4289400" y="4988160"/>
            <a:ext cx="41400" cy="41400"/>
          </a:xfrm>
          <a:custGeom>
            <a:avLst/>
            <a:gdLst/>
            <a:ahLst/>
            <a:rect l="0" t="0" r="r" b="b"/>
            <a:pathLst>
              <a:path fill="none" w="115" h="115">
                <a:moveTo>
                  <a:pt x="115" y="58"/>
                </a:moveTo>
                <a:cubicBezTo>
                  <a:pt x="115" y="134"/>
                  <a:pt x="0" y="134"/>
                  <a:pt x="0" y="58"/>
                </a:cubicBezTo>
                <a:cubicBezTo>
                  <a:pt x="0" y="-19"/>
                  <a:pt x="115" y="-19"/>
                  <a:pt x="115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3" name=""/>
          <p:cNvSpPr/>
          <p:nvPr/>
        </p:nvSpPr>
        <p:spPr>
          <a:xfrm>
            <a:off x="4099680" y="50392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4" name=""/>
          <p:cNvSpPr/>
          <p:nvPr/>
        </p:nvSpPr>
        <p:spPr>
          <a:xfrm>
            <a:off x="4099680" y="50392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5" name=""/>
          <p:cNvSpPr/>
          <p:nvPr/>
        </p:nvSpPr>
        <p:spPr>
          <a:xfrm>
            <a:off x="3893040" y="52401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6" name=""/>
          <p:cNvSpPr/>
          <p:nvPr/>
        </p:nvSpPr>
        <p:spPr>
          <a:xfrm>
            <a:off x="3893040" y="52401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7" name=""/>
          <p:cNvSpPr/>
          <p:nvPr/>
        </p:nvSpPr>
        <p:spPr>
          <a:xfrm>
            <a:off x="3939120" y="510876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38" name=""/>
          <p:cNvSpPr/>
          <p:nvPr/>
        </p:nvSpPr>
        <p:spPr>
          <a:xfrm>
            <a:off x="3939120" y="510876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9" name=""/>
          <p:cNvSpPr/>
          <p:nvPr/>
        </p:nvSpPr>
        <p:spPr>
          <a:xfrm>
            <a:off x="3803760" y="528264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0" name=""/>
          <p:cNvSpPr/>
          <p:nvPr/>
        </p:nvSpPr>
        <p:spPr>
          <a:xfrm>
            <a:off x="3803760" y="528264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1" name=""/>
          <p:cNvSpPr/>
          <p:nvPr/>
        </p:nvSpPr>
        <p:spPr>
          <a:xfrm>
            <a:off x="4075200" y="49593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2" name=""/>
          <p:cNvSpPr/>
          <p:nvPr/>
        </p:nvSpPr>
        <p:spPr>
          <a:xfrm>
            <a:off x="4075200" y="49593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3" name=""/>
          <p:cNvSpPr/>
          <p:nvPr/>
        </p:nvSpPr>
        <p:spPr>
          <a:xfrm>
            <a:off x="3939480" y="49575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4" name=""/>
          <p:cNvSpPr/>
          <p:nvPr/>
        </p:nvSpPr>
        <p:spPr>
          <a:xfrm>
            <a:off x="3939480" y="49575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5" name=""/>
          <p:cNvSpPr/>
          <p:nvPr/>
        </p:nvSpPr>
        <p:spPr>
          <a:xfrm>
            <a:off x="4126320" y="50835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6" name=""/>
          <p:cNvSpPr/>
          <p:nvPr/>
        </p:nvSpPr>
        <p:spPr>
          <a:xfrm>
            <a:off x="4126320" y="50835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7" name=""/>
          <p:cNvSpPr/>
          <p:nvPr/>
        </p:nvSpPr>
        <p:spPr>
          <a:xfrm>
            <a:off x="4271760" y="510804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8" name=""/>
          <p:cNvSpPr/>
          <p:nvPr/>
        </p:nvSpPr>
        <p:spPr>
          <a:xfrm>
            <a:off x="4271760" y="510804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9" name=""/>
          <p:cNvSpPr/>
          <p:nvPr/>
        </p:nvSpPr>
        <p:spPr>
          <a:xfrm>
            <a:off x="3936240" y="52509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3936240" y="52509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4229280" y="4954680"/>
            <a:ext cx="41400" cy="41040"/>
          </a:xfrm>
          <a:custGeom>
            <a:avLst/>
            <a:gdLst/>
            <a:ahLst/>
            <a:rect l="0" t="0" r="r" b="b"/>
            <a:pathLst>
              <a:path w="115" h="114">
                <a:moveTo>
                  <a:pt x="0" y="57"/>
                </a:moveTo>
                <a:cubicBezTo>
                  <a:pt x="0" y="-19"/>
                  <a:pt x="115" y="-19"/>
                  <a:pt x="115" y="57"/>
                </a:cubicBezTo>
                <a:cubicBezTo>
                  <a:pt x="115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4229280" y="4954680"/>
            <a:ext cx="41400" cy="41040"/>
          </a:xfrm>
          <a:custGeom>
            <a:avLst/>
            <a:gdLst/>
            <a:ahLst/>
            <a:rect l="0" t="0" r="r" b="b"/>
            <a:pathLst>
              <a:path fill="none" w="115" h="114">
                <a:moveTo>
                  <a:pt x="115" y="57"/>
                </a:moveTo>
                <a:cubicBezTo>
                  <a:pt x="115" y="133"/>
                  <a:pt x="0" y="133"/>
                  <a:pt x="0" y="57"/>
                </a:cubicBezTo>
                <a:cubicBezTo>
                  <a:pt x="0" y="-19"/>
                  <a:pt x="115" y="-19"/>
                  <a:pt x="115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4025520" y="50454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4025520" y="50454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3980520" y="49341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3980520" y="49341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7" name=""/>
          <p:cNvSpPr/>
          <p:nvPr/>
        </p:nvSpPr>
        <p:spPr>
          <a:xfrm>
            <a:off x="3694320" y="498348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3694320" y="498348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9" name=""/>
          <p:cNvSpPr/>
          <p:nvPr/>
        </p:nvSpPr>
        <p:spPr>
          <a:xfrm>
            <a:off x="3730320" y="47412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60" name=""/>
          <p:cNvSpPr/>
          <p:nvPr/>
        </p:nvSpPr>
        <p:spPr>
          <a:xfrm>
            <a:off x="3730320" y="47412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4238280" y="4979880"/>
            <a:ext cx="41400" cy="41040"/>
          </a:xfrm>
          <a:custGeom>
            <a:avLst/>
            <a:gdLst/>
            <a:ahLst/>
            <a:rect l="0" t="0" r="r" b="b"/>
            <a:pathLst>
              <a:path w="115" h="114">
                <a:moveTo>
                  <a:pt x="0" y="57"/>
                </a:moveTo>
                <a:cubicBezTo>
                  <a:pt x="0" y="-19"/>
                  <a:pt x="115" y="-19"/>
                  <a:pt x="115" y="57"/>
                </a:cubicBezTo>
                <a:cubicBezTo>
                  <a:pt x="115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4238280" y="4979880"/>
            <a:ext cx="41400" cy="41040"/>
          </a:xfrm>
          <a:custGeom>
            <a:avLst/>
            <a:gdLst/>
            <a:ahLst/>
            <a:rect l="0" t="0" r="r" b="b"/>
            <a:pathLst>
              <a:path fill="none" w="115" h="114">
                <a:moveTo>
                  <a:pt x="115" y="57"/>
                </a:moveTo>
                <a:cubicBezTo>
                  <a:pt x="115" y="133"/>
                  <a:pt x="0" y="133"/>
                  <a:pt x="0" y="57"/>
                </a:cubicBezTo>
                <a:cubicBezTo>
                  <a:pt x="0" y="-19"/>
                  <a:pt x="115" y="-19"/>
                  <a:pt x="115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3210480" y="3918600"/>
            <a:ext cx="865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19% agree on sign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3210480" y="4616640"/>
            <a:ext cx="47016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rho = 0.11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5492880" y="3736800"/>
            <a:ext cx="2325240" cy="783720"/>
          </a:xfrm>
          <a:custGeom>
            <a:avLst/>
            <a:gdLst/>
            <a:ahLst/>
            <a:rect l="0" t="0" r="r" b="b"/>
            <a:pathLst>
              <a:path w="6459" h="2177">
                <a:moveTo>
                  <a:pt x="0" y="0"/>
                </a:moveTo>
                <a:lnTo>
                  <a:pt x="6459" y="0"/>
                </a:lnTo>
                <a:lnTo>
                  <a:pt x="6459" y="2177"/>
                </a:lnTo>
                <a:lnTo>
                  <a:pt x="0" y="21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5492880" y="441864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7" name=""/>
          <p:cNvSpPr/>
          <p:nvPr/>
        </p:nvSpPr>
        <p:spPr>
          <a:xfrm>
            <a:off x="5492880" y="427140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5492880" y="412452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5492880" y="397728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5492880" y="383004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1" name=""/>
          <p:cNvSpPr/>
          <p:nvPr/>
        </p:nvSpPr>
        <p:spPr>
          <a:xfrm>
            <a:off x="5492880" y="4124520"/>
            <a:ext cx="2324880" cy="0"/>
          </a:xfrm>
          <a:prstGeom prst="line">
            <a:avLst/>
          </a:prstGeom>
          <a:ln w="7920">
            <a:solidFill>
              <a:srgbClr val="A6A6A6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 flipV="1">
            <a:off x="6168600" y="3746160"/>
            <a:ext cx="0" cy="774000"/>
          </a:xfrm>
          <a:prstGeom prst="line">
            <a:avLst/>
          </a:prstGeom>
          <a:ln w="7920">
            <a:solidFill>
              <a:srgbClr val="A6A6A6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 flipV="1">
            <a:off x="5508000" y="3736800"/>
            <a:ext cx="1307880" cy="78372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6408360" y="41972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6408360" y="41972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6568920" y="41108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6568920" y="41108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6465240" y="424152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6465240" y="424152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6819840" y="414612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6819840" y="414612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6233760" y="41529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6233760" y="41529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6592680" y="42048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6592680" y="42048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6768000" y="42364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6768000" y="42364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6620400" y="42796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6620400" y="42796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6936120" y="41576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6936120" y="41576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6423480" y="42109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6423480" y="421092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6313320" y="42195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6313320" y="42195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6329160" y="416844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6329160" y="416844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6460200" y="40780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6460200" y="40780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6606720" y="42300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6606720" y="42300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6197400" y="445716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6197400" y="445716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6665400" y="414000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6665400" y="414000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6551280" y="418752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07" name=""/>
          <p:cNvSpPr/>
          <p:nvPr/>
        </p:nvSpPr>
        <p:spPr>
          <a:xfrm>
            <a:off x="6551280" y="418752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6312600" y="438372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6312600" y="438372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6377400" y="42480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6377400" y="42480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2" name=""/>
          <p:cNvSpPr/>
          <p:nvPr/>
        </p:nvSpPr>
        <p:spPr>
          <a:xfrm>
            <a:off x="6174720" y="44503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6174720" y="445032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6488640" y="41112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6488640" y="41112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6311880" y="41166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6311880" y="41166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6537960" y="422784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6537960" y="422784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6687720" y="425952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6687720" y="425952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6324120" y="43963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6324120" y="43963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6635160" y="40964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6635160" y="40964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6452640" y="420408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6452640" y="420408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8" name=""/>
          <p:cNvSpPr/>
          <p:nvPr/>
        </p:nvSpPr>
        <p:spPr>
          <a:xfrm>
            <a:off x="6407280" y="4090680"/>
            <a:ext cx="41400" cy="41400"/>
          </a:xfrm>
          <a:custGeom>
            <a:avLst/>
            <a:gdLst/>
            <a:ahLst/>
            <a:rect l="0" t="0" r="r" b="b"/>
            <a:pathLst>
              <a:path w="115" h="115">
                <a:moveTo>
                  <a:pt x="0" y="58"/>
                </a:moveTo>
                <a:cubicBezTo>
                  <a:pt x="0" y="-19"/>
                  <a:pt x="115" y="-19"/>
                  <a:pt x="115" y="58"/>
                </a:cubicBezTo>
                <a:cubicBezTo>
                  <a:pt x="115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6407280" y="4090680"/>
            <a:ext cx="41400" cy="41400"/>
          </a:xfrm>
          <a:custGeom>
            <a:avLst/>
            <a:gdLst/>
            <a:ahLst/>
            <a:rect l="0" t="0" r="r" b="b"/>
            <a:pathLst>
              <a:path fill="none" w="115" h="115">
                <a:moveTo>
                  <a:pt x="115" y="58"/>
                </a:moveTo>
                <a:cubicBezTo>
                  <a:pt x="115" y="134"/>
                  <a:pt x="0" y="134"/>
                  <a:pt x="0" y="58"/>
                </a:cubicBezTo>
                <a:cubicBezTo>
                  <a:pt x="0" y="-19"/>
                  <a:pt x="115" y="-19"/>
                  <a:pt x="115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6053040" y="41533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6053040" y="41533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6153480" y="39513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6153480" y="39513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6699960" y="41425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6699960" y="41425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3210480" y="4764960"/>
            <a:ext cx="865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10% agree on sign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7" name=""/>
          <p:cNvSpPr txBox="1"/>
          <p:nvPr/>
        </p:nvSpPr>
        <p:spPr>
          <a:xfrm>
            <a:off x="5598720" y="3770280"/>
            <a:ext cx="47016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rho = 0.11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5492880" y="4583160"/>
            <a:ext cx="2325240" cy="783720"/>
          </a:xfrm>
          <a:custGeom>
            <a:avLst/>
            <a:gdLst/>
            <a:ahLst/>
            <a:rect l="0" t="0" r="r" b="b"/>
            <a:pathLst>
              <a:path w="6459" h="2177">
                <a:moveTo>
                  <a:pt x="0" y="0"/>
                </a:moveTo>
                <a:lnTo>
                  <a:pt x="6459" y="0"/>
                </a:lnTo>
                <a:lnTo>
                  <a:pt x="6459" y="2177"/>
                </a:lnTo>
                <a:lnTo>
                  <a:pt x="0" y="21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5492880" y="526500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5492880" y="511776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5492880" y="497088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5492880" y="482364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5492880" y="4676760"/>
            <a:ext cx="232488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5492880" y="4970880"/>
            <a:ext cx="2324880" cy="0"/>
          </a:xfrm>
          <a:prstGeom prst="line">
            <a:avLst/>
          </a:prstGeom>
          <a:ln w="7920">
            <a:solidFill>
              <a:srgbClr val="A6A6A6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 flipV="1">
            <a:off x="6168600" y="4584600"/>
            <a:ext cx="0" cy="781920"/>
          </a:xfrm>
          <a:prstGeom prst="line">
            <a:avLst/>
          </a:prstGeom>
          <a:ln w="7920">
            <a:solidFill>
              <a:srgbClr val="A6A6A6"/>
            </a:solidFill>
            <a:custDash>
              <a:ds d="118182" sp="359091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 flipV="1">
            <a:off x="5508000" y="4583160"/>
            <a:ext cx="1307880" cy="78372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7215840" y="50770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7215840" y="50770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7175520" y="50097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7175520" y="50097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7210800" y="50871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7210800" y="50871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7653600" y="49968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7653600" y="49968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6625800" y="49528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6625800" y="49528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7565400" y="50486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7565400" y="50486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7498440" y="508320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7498440" y="508320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7413480" y="512892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7413480" y="512892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7691760" y="50115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7691760" y="50115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7014240" y="50972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7014240" y="50972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6490080" y="50860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6490080" y="50860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7151400" y="50259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7151400" y="50259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7312320" y="495576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7312320" y="495576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7288560" y="50738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3"/>
                  <a:pt x="0" y="133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7288560" y="50738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6"/>
                </a:moveTo>
                <a:cubicBezTo>
                  <a:pt x="114" y="133"/>
                  <a:pt x="0" y="133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6350040" y="5303880"/>
            <a:ext cx="41400" cy="41400"/>
          </a:xfrm>
          <a:custGeom>
            <a:avLst/>
            <a:gdLst/>
            <a:ahLst/>
            <a:rect l="0" t="0" r="r" b="b"/>
            <a:pathLst>
              <a:path w="115" h="115">
                <a:moveTo>
                  <a:pt x="0" y="57"/>
                </a:moveTo>
                <a:cubicBezTo>
                  <a:pt x="0" y="-19"/>
                  <a:pt x="115" y="-19"/>
                  <a:pt x="115" y="57"/>
                </a:cubicBezTo>
                <a:cubicBezTo>
                  <a:pt x="115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6350040" y="5303880"/>
            <a:ext cx="41400" cy="41400"/>
          </a:xfrm>
          <a:custGeom>
            <a:avLst/>
            <a:gdLst/>
            <a:ahLst/>
            <a:rect l="0" t="0" r="r" b="b"/>
            <a:pathLst>
              <a:path fill="none" w="115" h="115">
                <a:moveTo>
                  <a:pt x="115" y="57"/>
                </a:moveTo>
                <a:cubicBezTo>
                  <a:pt x="115" y="134"/>
                  <a:pt x="0" y="134"/>
                  <a:pt x="0" y="57"/>
                </a:cubicBezTo>
                <a:cubicBezTo>
                  <a:pt x="0" y="-19"/>
                  <a:pt x="115" y="-19"/>
                  <a:pt x="115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7498440" y="49852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7498440" y="49852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7317000" y="50364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7317000" y="50364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6504120" y="52506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6504120" y="52506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6791400" y="511668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6791400" y="511668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6448680" y="527400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6448680" y="527400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7158240" y="497052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3"/>
                  <a:pt x="0" y="133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7158240" y="497052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8"/>
                </a:moveTo>
                <a:cubicBezTo>
                  <a:pt x="114" y="133"/>
                  <a:pt x="0" y="133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6919200" y="499356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6"/>
                </a:moveTo>
                <a:cubicBezTo>
                  <a:pt x="0" y="-19"/>
                  <a:pt x="114" y="-19"/>
                  <a:pt x="114" y="56"/>
                </a:cubicBezTo>
                <a:cubicBezTo>
                  <a:pt x="114" y="132"/>
                  <a:pt x="0" y="132"/>
                  <a:pt x="0" y="56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6919200" y="499356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6"/>
                </a:moveTo>
                <a:cubicBezTo>
                  <a:pt x="114" y="132"/>
                  <a:pt x="0" y="132"/>
                  <a:pt x="0" y="56"/>
                </a:cubicBezTo>
                <a:cubicBezTo>
                  <a:pt x="0" y="-19"/>
                  <a:pt x="114" y="-19"/>
                  <a:pt x="114" y="56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7325640" y="509364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7325640" y="509364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7626960" y="510984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7626960" y="510984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6927840" y="527256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6927840" y="527256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7432920" y="494496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4"/>
                  <a:pt x="0" y="134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7432920" y="494496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7"/>
                </a:moveTo>
                <a:cubicBezTo>
                  <a:pt x="114" y="134"/>
                  <a:pt x="0" y="134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7053480" y="509148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7053480" y="509148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6938280" y="4960440"/>
            <a:ext cx="41040" cy="40680"/>
          </a:xfrm>
          <a:custGeom>
            <a:avLst/>
            <a:gdLst/>
            <a:ahLst/>
            <a:rect l="0" t="0" r="r" b="b"/>
            <a:pathLst>
              <a:path w="114" h="113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2"/>
                  <a:pt x="0" y="132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6938280" y="4960440"/>
            <a:ext cx="41040" cy="40680"/>
          </a:xfrm>
          <a:custGeom>
            <a:avLst/>
            <a:gdLst/>
            <a:ahLst/>
            <a:rect l="0" t="0" r="r" b="b"/>
            <a:pathLst>
              <a:path fill="none" w="114" h="113">
                <a:moveTo>
                  <a:pt x="114" y="57"/>
                </a:moveTo>
                <a:cubicBezTo>
                  <a:pt x="114" y="132"/>
                  <a:pt x="0" y="132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6187320" y="497736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6187320" y="497736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6561000" y="4744800"/>
            <a:ext cx="41040" cy="41040"/>
          </a:xfrm>
          <a:custGeom>
            <a:avLst/>
            <a:gdLst/>
            <a:ahLst/>
            <a:rect l="0" t="0" r="r" b="b"/>
            <a:pathLst>
              <a:path w="114" h="114">
                <a:moveTo>
                  <a:pt x="0" y="57"/>
                </a:moveTo>
                <a:cubicBezTo>
                  <a:pt x="0" y="-19"/>
                  <a:pt x="114" y="-19"/>
                  <a:pt x="114" y="57"/>
                </a:cubicBezTo>
                <a:cubicBezTo>
                  <a:pt x="114" y="133"/>
                  <a:pt x="0" y="133"/>
                  <a:pt x="0" y="57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6561000" y="4744800"/>
            <a:ext cx="41040" cy="41040"/>
          </a:xfrm>
          <a:custGeom>
            <a:avLst/>
            <a:gdLst/>
            <a:ahLst/>
            <a:rect l="0" t="0" r="r" b="b"/>
            <a:pathLst>
              <a:path fill="none" w="114" h="114">
                <a:moveTo>
                  <a:pt x="114" y="57"/>
                </a:moveTo>
                <a:cubicBezTo>
                  <a:pt x="114" y="133"/>
                  <a:pt x="0" y="133"/>
                  <a:pt x="0" y="57"/>
                </a:cubicBezTo>
                <a:cubicBezTo>
                  <a:pt x="0" y="-19"/>
                  <a:pt x="114" y="-19"/>
                  <a:pt x="114" y="57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7496640" y="4976640"/>
            <a:ext cx="41040" cy="41400"/>
          </a:xfrm>
          <a:custGeom>
            <a:avLst/>
            <a:gdLst/>
            <a:ahLst/>
            <a:rect l="0" t="0" r="r" b="b"/>
            <a:pathLst>
              <a:path w="114" h="115">
                <a:moveTo>
                  <a:pt x="0" y="58"/>
                </a:moveTo>
                <a:cubicBezTo>
                  <a:pt x="0" y="-19"/>
                  <a:pt x="114" y="-19"/>
                  <a:pt x="114" y="58"/>
                </a:cubicBezTo>
                <a:cubicBezTo>
                  <a:pt x="114" y="134"/>
                  <a:pt x="0" y="134"/>
                  <a:pt x="0" y="58"/>
                </a:cubicBezTo>
                <a:close/>
              </a:path>
            </a:pathLst>
          </a:custGeom>
          <a:solidFill>
            <a:srgbClr val="D55E00">
              <a:alpha val="85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7496640" y="4976640"/>
            <a:ext cx="41040" cy="41400"/>
          </a:xfrm>
          <a:custGeom>
            <a:avLst/>
            <a:gdLst/>
            <a:ahLst/>
            <a:rect l="0" t="0" r="r" b="b"/>
            <a:pathLst>
              <a:path fill="none" w="114" h="115">
                <a:moveTo>
                  <a:pt x="114" y="58"/>
                </a:moveTo>
                <a:cubicBezTo>
                  <a:pt x="114" y="134"/>
                  <a:pt x="0" y="134"/>
                  <a:pt x="0" y="58"/>
                </a:cubicBezTo>
                <a:cubicBezTo>
                  <a:pt x="0" y="-19"/>
                  <a:pt x="114" y="-19"/>
                  <a:pt x="114" y="58"/>
                </a:cubicBezTo>
              </a:path>
            </a:pathLst>
          </a:custGeom>
          <a:ln cap="rnd" w="7920">
            <a:solidFill>
              <a:srgbClr val="D55E00">
                <a:alpha val="85000"/>
              </a:srgbClr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5598720" y="3918600"/>
            <a:ext cx="865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16% agree on sign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5598720" y="4616640"/>
            <a:ext cx="47016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rho = 0.18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5598720" y="4764960"/>
            <a:ext cx="8074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10" b="0" u="none" strike="noStrike">
                <a:solidFill>
                  <a:srgbClr val="404040"/>
                </a:solidFill>
                <a:effectLst/>
                <a:uFillTx/>
                <a:latin typeface="Arial"/>
                <a:ea typeface="Arial"/>
              </a:rPr>
              <a:t>6% agree on sign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767160" y="3565800"/>
            <a:ext cx="2822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2030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3155400" y="3565800"/>
            <a:ext cx="2822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2050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4" name=""/>
          <p:cNvSpPr txBox="1"/>
          <p:nvPr/>
        </p:nvSpPr>
        <p:spPr>
          <a:xfrm>
            <a:off x="5543640" y="3565800"/>
            <a:ext cx="2822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2080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5" name=""/>
          <p:cNvSpPr txBox="1"/>
          <p:nvPr/>
        </p:nvSpPr>
        <p:spPr>
          <a:xfrm rot="5400000">
            <a:off x="7654680" y="3995280"/>
            <a:ext cx="5421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SSP2-4.5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716400" y="5366520"/>
            <a:ext cx="232488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 flipV="1">
            <a:off x="114660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 flipV="1">
            <a:off x="139212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 flipV="1">
            <a:off x="188316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0" name=""/>
          <p:cNvSpPr/>
          <p:nvPr/>
        </p:nvSpPr>
        <p:spPr>
          <a:xfrm flipV="1">
            <a:off x="237420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1" name=""/>
          <p:cNvSpPr/>
          <p:nvPr/>
        </p:nvSpPr>
        <p:spPr>
          <a:xfrm flipV="1">
            <a:off x="286560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2" name=""/>
          <p:cNvSpPr txBox="1"/>
          <p:nvPr/>
        </p:nvSpPr>
        <p:spPr>
          <a:xfrm rot="5400000">
            <a:off x="7654680" y="4842000"/>
            <a:ext cx="5421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SSP5-8.5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1083240" y="54108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4" name=""/>
          <p:cNvSpPr txBox="1"/>
          <p:nvPr/>
        </p:nvSpPr>
        <p:spPr>
          <a:xfrm>
            <a:off x="1328760" y="54108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5" name=""/>
          <p:cNvSpPr txBox="1"/>
          <p:nvPr/>
        </p:nvSpPr>
        <p:spPr>
          <a:xfrm>
            <a:off x="1820160" y="54108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6" name=""/>
          <p:cNvSpPr txBox="1"/>
          <p:nvPr/>
        </p:nvSpPr>
        <p:spPr>
          <a:xfrm>
            <a:off x="2285640" y="541080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16.0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3104640" y="5366520"/>
            <a:ext cx="232488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 flipV="1">
            <a:off x="353484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9" name=""/>
          <p:cNvSpPr/>
          <p:nvPr/>
        </p:nvSpPr>
        <p:spPr>
          <a:xfrm flipV="1">
            <a:off x="378036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0" name=""/>
          <p:cNvSpPr/>
          <p:nvPr/>
        </p:nvSpPr>
        <p:spPr>
          <a:xfrm flipV="1">
            <a:off x="427140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1" name=""/>
          <p:cNvSpPr/>
          <p:nvPr/>
        </p:nvSpPr>
        <p:spPr>
          <a:xfrm flipV="1">
            <a:off x="476244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2" name=""/>
          <p:cNvSpPr/>
          <p:nvPr/>
        </p:nvSpPr>
        <p:spPr>
          <a:xfrm flipV="1">
            <a:off x="525348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3" name=""/>
          <p:cNvSpPr txBox="1"/>
          <p:nvPr/>
        </p:nvSpPr>
        <p:spPr>
          <a:xfrm>
            <a:off x="2776680" y="541080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64.0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4" name=""/>
          <p:cNvSpPr txBox="1"/>
          <p:nvPr/>
        </p:nvSpPr>
        <p:spPr>
          <a:xfrm>
            <a:off x="3471480" y="54108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5" name=""/>
          <p:cNvSpPr txBox="1"/>
          <p:nvPr/>
        </p:nvSpPr>
        <p:spPr>
          <a:xfrm>
            <a:off x="3717000" y="54108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6" name=""/>
          <p:cNvSpPr txBox="1"/>
          <p:nvPr/>
        </p:nvSpPr>
        <p:spPr>
          <a:xfrm>
            <a:off x="4208040" y="54108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7" name=""/>
          <p:cNvSpPr txBox="1"/>
          <p:nvPr/>
        </p:nvSpPr>
        <p:spPr>
          <a:xfrm>
            <a:off x="4673880" y="541080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16.0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8" name=""/>
          <p:cNvSpPr/>
          <p:nvPr/>
        </p:nvSpPr>
        <p:spPr>
          <a:xfrm>
            <a:off x="5492880" y="5366520"/>
            <a:ext cx="232488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9" name=""/>
          <p:cNvSpPr/>
          <p:nvPr/>
        </p:nvSpPr>
        <p:spPr>
          <a:xfrm flipV="1">
            <a:off x="592308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0" name=""/>
          <p:cNvSpPr/>
          <p:nvPr/>
        </p:nvSpPr>
        <p:spPr>
          <a:xfrm flipV="1">
            <a:off x="616860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1" name=""/>
          <p:cNvSpPr/>
          <p:nvPr/>
        </p:nvSpPr>
        <p:spPr>
          <a:xfrm flipV="1">
            <a:off x="665964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2" name=""/>
          <p:cNvSpPr/>
          <p:nvPr/>
        </p:nvSpPr>
        <p:spPr>
          <a:xfrm flipV="1">
            <a:off x="715068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3" name=""/>
          <p:cNvSpPr/>
          <p:nvPr/>
        </p:nvSpPr>
        <p:spPr>
          <a:xfrm flipV="1">
            <a:off x="7641720" y="536652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4" name=""/>
          <p:cNvSpPr txBox="1"/>
          <p:nvPr/>
        </p:nvSpPr>
        <p:spPr>
          <a:xfrm>
            <a:off x="5164920" y="541080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64.0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5" name=""/>
          <p:cNvSpPr txBox="1"/>
          <p:nvPr/>
        </p:nvSpPr>
        <p:spPr>
          <a:xfrm>
            <a:off x="5859720" y="54108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6105240" y="54108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6596280" y="541080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8" name=""/>
          <p:cNvSpPr txBox="1"/>
          <p:nvPr/>
        </p:nvSpPr>
        <p:spPr>
          <a:xfrm>
            <a:off x="7062120" y="541080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16.0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9" name=""/>
          <p:cNvSpPr/>
          <p:nvPr/>
        </p:nvSpPr>
        <p:spPr>
          <a:xfrm flipV="1">
            <a:off x="716400" y="3736800"/>
            <a:ext cx="0" cy="78336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7553160" y="541080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64.0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481680" y="436788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0.25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2" name=""/>
          <p:cNvSpPr txBox="1"/>
          <p:nvPr/>
        </p:nvSpPr>
        <p:spPr>
          <a:xfrm>
            <a:off x="481680" y="422100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481680" y="407376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4" name=""/>
          <p:cNvSpPr txBox="1"/>
          <p:nvPr/>
        </p:nvSpPr>
        <p:spPr>
          <a:xfrm>
            <a:off x="481680" y="392652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5" name=""/>
          <p:cNvSpPr/>
          <p:nvPr/>
        </p:nvSpPr>
        <p:spPr>
          <a:xfrm>
            <a:off x="684720" y="44186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6" name=""/>
          <p:cNvSpPr/>
          <p:nvPr/>
        </p:nvSpPr>
        <p:spPr>
          <a:xfrm>
            <a:off x="684720" y="427140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7" name=""/>
          <p:cNvSpPr/>
          <p:nvPr/>
        </p:nvSpPr>
        <p:spPr>
          <a:xfrm>
            <a:off x="684720" y="412452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8" name=""/>
          <p:cNvSpPr/>
          <p:nvPr/>
        </p:nvSpPr>
        <p:spPr>
          <a:xfrm>
            <a:off x="684720" y="39772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9" name=""/>
          <p:cNvSpPr/>
          <p:nvPr/>
        </p:nvSpPr>
        <p:spPr>
          <a:xfrm>
            <a:off x="684720" y="38300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0" name=""/>
          <p:cNvSpPr/>
          <p:nvPr/>
        </p:nvSpPr>
        <p:spPr>
          <a:xfrm flipV="1">
            <a:off x="716400" y="4583160"/>
            <a:ext cx="0" cy="78336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1" name=""/>
          <p:cNvSpPr txBox="1"/>
          <p:nvPr/>
        </p:nvSpPr>
        <p:spPr>
          <a:xfrm>
            <a:off x="481680" y="377964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2" name=""/>
          <p:cNvSpPr txBox="1"/>
          <p:nvPr/>
        </p:nvSpPr>
        <p:spPr>
          <a:xfrm>
            <a:off x="481680" y="521424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0.25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3" name=""/>
          <p:cNvSpPr txBox="1"/>
          <p:nvPr/>
        </p:nvSpPr>
        <p:spPr>
          <a:xfrm>
            <a:off x="481680" y="506736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0.50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481680" y="492012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1.00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5" name=""/>
          <p:cNvSpPr txBox="1"/>
          <p:nvPr/>
        </p:nvSpPr>
        <p:spPr>
          <a:xfrm>
            <a:off x="481680" y="477324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6" name=""/>
          <p:cNvSpPr/>
          <p:nvPr/>
        </p:nvSpPr>
        <p:spPr>
          <a:xfrm>
            <a:off x="684720" y="526500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7" name=""/>
          <p:cNvSpPr/>
          <p:nvPr/>
        </p:nvSpPr>
        <p:spPr>
          <a:xfrm>
            <a:off x="684720" y="51177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8" name=""/>
          <p:cNvSpPr/>
          <p:nvPr/>
        </p:nvSpPr>
        <p:spPr>
          <a:xfrm>
            <a:off x="684720" y="49708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9" name=""/>
          <p:cNvSpPr/>
          <p:nvPr/>
        </p:nvSpPr>
        <p:spPr>
          <a:xfrm>
            <a:off x="684720" y="48236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0" name=""/>
          <p:cNvSpPr/>
          <p:nvPr/>
        </p:nvSpPr>
        <p:spPr>
          <a:xfrm>
            <a:off x="684720" y="46767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1" name=""/>
          <p:cNvSpPr txBox="1"/>
          <p:nvPr/>
        </p:nvSpPr>
        <p:spPr>
          <a:xfrm>
            <a:off x="481680" y="4626000"/>
            <a:ext cx="1994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4.00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2" name=""/>
          <p:cNvSpPr txBox="1"/>
          <p:nvPr/>
        </p:nvSpPr>
        <p:spPr>
          <a:xfrm>
            <a:off x="3301920" y="5556960"/>
            <a:ext cx="18500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Mechanistic hazard ratio vs 2024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3" name=""/>
          <p:cNvSpPr txBox="1"/>
          <p:nvPr/>
        </p:nvSpPr>
        <p:spPr>
          <a:xfrm rot="16200000">
            <a:off x="-753120" y="4536000"/>
            <a:ext cx="21524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Machine-learning hazard ratio vs 2024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4" name=""/>
          <p:cNvSpPr txBox="1"/>
          <p:nvPr/>
        </p:nvSpPr>
        <p:spPr>
          <a:xfrm>
            <a:off x="716400" y="3293280"/>
            <a:ext cx="54342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The mechanistic model projects increases in 176 of 186 province-scenario cells, the ML model in only 42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5" name=""/>
          <p:cNvSpPr txBox="1"/>
          <p:nvPr/>
        </p:nvSpPr>
        <p:spPr>
          <a:xfrm>
            <a:off x="716400" y="3090240"/>
            <a:ext cx="228348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Outside it they diverge completely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6" name=""/>
          <p:cNvSpPr txBox="1"/>
          <p:nvPr/>
        </p:nvSpPr>
        <p:spPr>
          <a:xfrm>
            <a:off x="170640" y="294408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/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Chenchen Ding</dc:creator>
  <dc:description/>
  <dc:language>zh-CN</dc:language>
  <cp:lastModifiedBy>Chenchen Ding</cp:lastModifiedBy>
  <cp:revision>0</cp:revision>
  <dc:subject/>
  <dc:title>Figure7</dc:title>
</cp:coreProperties>
</file>