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31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57680"/>
            <a:ext cx="5919840" cy="66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925920"/>
            <a:ext cx="5919840" cy="229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318200"/>
          </a:xfrm>
          <a:custGeom>
            <a:avLst/>
            <a:gdLst/>
            <a:ahLst/>
            <a:rect l="0" t="0" r="r" b="b"/>
            <a:pathLst>
              <a:path w="18274" h="11995">
                <a:moveTo>
                  <a:pt x="0" y="0"/>
                </a:moveTo>
                <a:lnTo>
                  <a:pt x="18274" y="0"/>
                </a:lnTo>
                <a:lnTo>
                  <a:pt x="18274" y="11995"/>
                </a:lnTo>
                <a:lnTo>
                  <a:pt x="0" y="119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318200"/>
          </a:xfrm>
          <a:custGeom>
            <a:avLst/>
            <a:gdLst/>
            <a:ahLst/>
            <a:rect l="0" t="0" r="r" b="b"/>
            <a:pathLst>
              <a:path w="18274" h="11995">
                <a:moveTo>
                  <a:pt x="0" y="0"/>
                </a:moveTo>
                <a:lnTo>
                  <a:pt x="18274" y="0"/>
                </a:lnTo>
                <a:lnTo>
                  <a:pt x="18274" y="11995"/>
                </a:lnTo>
                <a:lnTo>
                  <a:pt x="0" y="119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5200"/>
            <a:ext cx="3641400" cy="2135160"/>
          </a:xfrm>
          <a:custGeom>
            <a:avLst/>
            <a:gdLst/>
            <a:ahLst/>
            <a:rect l="0" t="0" r="r" b="b"/>
            <a:pathLst>
              <a:path w="10115" h="5931">
                <a:moveTo>
                  <a:pt x="0" y="0"/>
                </a:moveTo>
                <a:lnTo>
                  <a:pt x="10115" y="0"/>
                </a:lnTo>
                <a:lnTo>
                  <a:pt x="10115" y="5931"/>
                </a:lnTo>
                <a:lnTo>
                  <a:pt x="0" y="59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666240" y="25200"/>
            <a:ext cx="2887200" cy="2135160"/>
          </a:xfrm>
          <a:custGeom>
            <a:avLst/>
            <a:gdLst/>
            <a:ahLst/>
            <a:rect l="0" t="0" r="r" b="b"/>
            <a:pathLst>
              <a:path w="8020" h="5931">
                <a:moveTo>
                  <a:pt x="0" y="0"/>
                </a:moveTo>
                <a:lnTo>
                  <a:pt x="8020" y="0"/>
                </a:lnTo>
                <a:lnTo>
                  <a:pt x="8020" y="5931"/>
                </a:lnTo>
                <a:lnTo>
                  <a:pt x="0" y="59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5200" y="2160000"/>
            <a:ext cx="6528240" cy="2133000"/>
          </a:xfrm>
          <a:custGeom>
            <a:avLst/>
            <a:gdLst/>
            <a:ahLst/>
            <a:rect l="0" t="0" r="r" b="b"/>
            <a:pathLst>
              <a:path w="18134" h="5925">
                <a:moveTo>
                  <a:pt x="0" y="0"/>
                </a:moveTo>
                <a:lnTo>
                  <a:pt x="18134" y="0"/>
                </a:lnTo>
                <a:lnTo>
                  <a:pt x="18134" y="5925"/>
                </a:lnTo>
                <a:lnTo>
                  <a:pt x="0" y="59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830160" y="451080"/>
            <a:ext cx="2773080" cy="1311120"/>
          </a:xfrm>
          <a:custGeom>
            <a:avLst/>
            <a:gdLst/>
            <a:ahLst/>
            <a:rect l="0" t="0" r="r" b="b"/>
            <a:pathLst>
              <a:path w="7703" h="3642">
                <a:moveTo>
                  <a:pt x="0" y="0"/>
                </a:moveTo>
                <a:lnTo>
                  <a:pt x="7703" y="0"/>
                </a:lnTo>
                <a:lnTo>
                  <a:pt x="7703" y="3642"/>
                </a:lnTo>
                <a:lnTo>
                  <a:pt x="0" y="3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90988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290988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221652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94402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21652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21652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B84C2B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90988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BA4D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90988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5231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D667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5231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52316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D2572E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83016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DE86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83016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3016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E18F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83016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21652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ECBBAA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52316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7E1DA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90988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1CEC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90988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83016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2D2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3016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5231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AED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5231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90988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4D9D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90988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21652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1D0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21652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3016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7E3D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83016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233800" y="462600"/>
            <a:ext cx="659160" cy="305280"/>
          </a:xfrm>
          <a:custGeom>
            <a:avLst/>
            <a:gdLst/>
            <a:ahLst/>
            <a:rect l="0" t="0" r="r" b="b"/>
            <a:pathLst>
              <a:path w="1831" h="848">
                <a:moveTo>
                  <a:pt x="0" y="0"/>
                </a:moveTo>
                <a:lnTo>
                  <a:pt x="1831" y="0"/>
                </a:lnTo>
                <a:lnTo>
                  <a:pt x="1831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noFill/>
          <a:ln w="11880">
            <a:solidFill>
              <a:srgbClr val="1A1A1A"/>
            </a:solidFill>
            <a:miter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148560" y="5709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1.40***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455200" y="5709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1.36***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455200" y="8985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1.30***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148560" y="8985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1.29***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762200" y="5709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1.22***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62200" y="89856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1.25***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81440" y="57096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1.17**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081440" y="89856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1.16**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49336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80036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18672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107000" y="12261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80036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18672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49336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07000" y="1553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17160" y="1553760"/>
            <a:ext cx="500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Winter mean 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52280" y="1226160"/>
            <a:ext cx="686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Coldest-month Tmin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5960" y="898560"/>
            <a:ext cx="754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Warmest-month Tmax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17160" y="570960"/>
            <a:ext cx="517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 mean 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57760" y="1766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8320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5250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21840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613520" y="1893960"/>
            <a:ext cx="1150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"/>
          <p:cNvPicPr/>
          <p:nvPr/>
        </p:nvPicPr>
        <p:blipFill>
          <a:blip r:embed="rId1"/>
          <a:srcRect l="1626" r="655" t="33323" b="33346"/>
          <a:stretch/>
        </p:blipFill>
        <p:spPr>
          <a:xfrm>
            <a:off x="2955176" y="228105"/>
            <a:ext cx="647992" cy="647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302796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31488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60180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302796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331488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360180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802960" y="215280"/>
            <a:ext cx="110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977200" y="324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264480" y="324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551400" y="324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89720" y="63360"/>
            <a:ext cx="15771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Signal is strongest for annual mean 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472840" y="2021040"/>
            <a:ext cx="10706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*P &lt; 0.05; **P &lt; 0.01; ***P &lt; 0.001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717000" y="451080"/>
            <a:ext cx="2773080" cy="1311120"/>
          </a:xfrm>
          <a:custGeom>
            <a:avLst/>
            <a:gdLst/>
            <a:ahLst/>
            <a:rect l="0" t="0" r="r" b="b"/>
            <a:pathLst>
              <a:path w="7703" h="3642">
                <a:moveTo>
                  <a:pt x="0" y="0"/>
                </a:moveTo>
                <a:lnTo>
                  <a:pt x="7703" y="0"/>
                </a:lnTo>
                <a:lnTo>
                  <a:pt x="7703" y="3642"/>
                </a:lnTo>
                <a:lnTo>
                  <a:pt x="0" y="3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579672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6161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79672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51033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510336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10336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79672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79672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41000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410000" y="451080"/>
            <a:ext cx="693720" cy="328320"/>
          </a:xfrm>
          <a:custGeom>
            <a:avLst/>
            <a:gdLst/>
            <a:ahLst/>
            <a:rect l="0" t="0" r="r" b="b"/>
            <a:pathLst>
              <a:path w="1927" h="912">
                <a:moveTo>
                  <a:pt x="0" y="0"/>
                </a:moveTo>
                <a:lnTo>
                  <a:pt x="1927" y="0"/>
                </a:lnTo>
                <a:lnTo>
                  <a:pt x="1927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410000" y="7790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717000" y="451080"/>
            <a:ext cx="693360" cy="328320"/>
          </a:xfrm>
          <a:custGeom>
            <a:avLst/>
            <a:gdLst/>
            <a:ahLst/>
            <a:rect l="0" t="0" r="r" b="b"/>
            <a:pathLst>
              <a:path w="1926" h="912">
                <a:moveTo>
                  <a:pt x="0" y="0"/>
                </a:moveTo>
                <a:lnTo>
                  <a:pt x="1926" y="0"/>
                </a:lnTo>
                <a:lnTo>
                  <a:pt x="1926" y="912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71700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717000" y="7790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10336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10336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410000" y="11066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79672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3F3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79672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71700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3717000" y="11066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41000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41000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79672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79672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1033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103360" y="1434240"/>
            <a:ext cx="693720" cy="327960"/>
          </a:xfrm>
          <a:custGeom>
            <a:avLst/>
            <a:gdLst/>
            <a:ahLst/>
            <a:rect l="0" t="0" r="r" b="b"/>
            <a:pathLst>
              <a:path w="1927" h="911">
                <a:moveTo>
                  <a:pt x="0" y="0"/>
                </a:moveTo>
                <a:lnTo>
                  <a:pt x="1927" y="0"/>
                </a:lnTo>
                <a:lnTo>
                  <a:pt x="1927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noFill/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717000" y="1434240"/>
            <a:ext cx="693360" cy="327960"/>
          </a:xfrm>
          <a:custGeom>
            <a:avLst/>
            <a:gdLst/>
            <a:ahLst/>
            <a:rect l="0" t="0" r="r" b="b"/>
            <a:pathLst>
              <a:path w="1926" h="911">
                <a:moveTo>
                  <a:pt x="0" y="0"/>
                </a:moveTo>
                <a:lnTo>
                  <a:pt x="1926" y="0"/>
                </a:lnTo>
                <a:lnTo>
                  <a:pt x="1926" y="911"/>
                </a:lnTo>
                <a:lnTo>
                  <a:pt x="0" y="911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16200">
            <a:solidFill>
              <a:srgbClr val="FFFFFF"/>
            </a:solidFill>
            <a:miter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120640" y="462600"/>
            <a:ext cx="658800" cy="305280"/>
          </a:xfrm>
          <a:custGeom>
            <a:avLst/>
            <a:gdLst/>
            <a:ahLst/>
            <a:rect l="0" t="0" r="r" b="b"/>
            <a:pathLst>
              <a:path w="1830" h="848">
                <a:moveTo>
                  <a:pt x="0" y="0"/>
                </a:moveTo>
                <a:lnTo>
                  <a:pt x="1830" y="0"/>
                </a:lnTo>
                <a:lnTo>
                  <a:pt x="1830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noFill/>
          <a:ln w="11880">
            <a:solidFill>
              <a:srgbClr val="1A1A1A"/>
            </a:solidFill>
            <a:miter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124320" y="5709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430960" y="5709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412240" y="898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105240" y="898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718880" y="5709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718880" y="898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025520" y="5709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025520" y="8985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41224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71888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10524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025520" y="12261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71888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10524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41224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4025520" y="15537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044600" y="1766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71888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54122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105240" y="1766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500360" y="1893960"/>
            <a:ext cx="1150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"/>
          <p:cNvPicPr/>
          <p:nvPr/>
        </p:nvPicPr>
        <p:blipFill>
          <a:blip r:embed="rId2"/>
          <a:srcRect l="329" r="1953" t="33323" b="33346"/>
          <a:stretch/>
        </p:blipFill>
        <p:spPr>
          <a:xfrm>
            <a:off x="5842051" y="228105"/>
            <a:ext cx="647992" cy="647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584280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03288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22296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412680" y="27504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584280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 flipV="1">
            <a:off x="603288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 flipV="1">
            <a:off x="622296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 flipV="1">
            <a:off x="6412680" y="227880"/>
            <a:ext cx="0" cy="1764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613480" y="215280"/>
            <a:ext cx="178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ΔAIC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824080" y="3243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995080" y="3243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184800" y="3243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74880" y="32436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830760" y="63360"/>
            <a:ext cx="997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Annual mean T fits best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30160" y="2502360"/>
            <a:ext cx="2754360" cy="1468440"/>
          </a:xfrm>
          <a:custGeom>
            <a:avLst/>
            <a:gdLst/>
            <a:ahLst/>
            <a:rect l="0" t="0" r="r" b="b"/>
            <a:pathLst>
              <a:path w="7651" h="4079">
                <a:moveTo>
                  <a:pt x="0" y="0"/>
                </a:moveTo>
                <a:lnTo>
                  <a:pt x="7651" y="0"/>
                </a:lnTo>
                <a:lnTo>
                  <a:pt x="7651" y="4079"/>
                </a:lnTo>
                <a:lnTo>
                  <a:pt x="0" y="40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 flipV="1">
            <a:off x="96768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 flipV="1">
            <a:off x="165636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 flipV="1">
            <a:off x="234468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 flipV="1">
            <a:off x="303336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967680" y="2502360"/>
            <a:ext cx="0" cy="146808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720800" y="2600640"/>
            <a:ext cx="106560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743840" y="2782440"/>
            <a:ext cx="10612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729800" y="2691360"/>
            <a:ext cx="105552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688040" y="2963880"/>
            <a:ext cx="106236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704960" y="3145680"/>
            <a:ext cx="10558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693080" y="3054960"/>
            <a:ext cx="105084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749960" y="3327480"/>
            <a:ext cx="109368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777680" y="3508920"/>
            <a:ext cx="109476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760760" y="3418200"/>
            <a:ext cx="108720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626120" y="3690720"/>
            <a:ext cx="101124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648440" y="3872160"/>
            <a:ext cx="100440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630080" y="3781440"/>
            <a:ext cx="99648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202840" y="258012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202840" y="258012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224080" y="2761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224080" y="276192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207520" y="26708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207520" y="267084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168640" y="294336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168640" y="294336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182680" y="3125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182680" y="312516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168640" y="303444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4"/>
                  <a:pt x="0" y="134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168640" y="303444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8"/>
                </a:moveTo>
                <a:cubicBezTo>
                  <a:pt x="114" y="134"/>
                  <a:pt x="0" y="134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244960" y="330696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3"/>
                  <a:pt x="0" y="133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244960" y="330696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8"/>
                </a:moveTo>
                <a:cubicBezTo>
                  <a:pt x="114" y="133"/>
                  <a:pt x="0" y="133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273400" y="34884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273400" y="34884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252880" y="339768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252880" y="339768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083320" y="3670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083320" y="367020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103120" y="3852000"/>
            <a:ext cx="41040" cy="41040"/>
          </a:xfrm>
          <a:custGeom>
            <a:avLst/>
            <a:gdLst/>
            <a:ahLst/>
            <a:rect l="0" t="0" r="r" b="b"/>
            <a:pathLst>
              <a:path w="114" h="114">
                <a:moveTo>
                  <a:pt x="0" y="56"/>
                </a:moveTo>
                <a:cubicBezTo>
                  <a:pt x="0" y="-19"/>
                  <a:pt x="114" y="-19"/>
                  <a:pt x="114" y="56"/>
                </a:cubicBezTo>
                <a:cubicBezTo>
                  <a:pt x="114" y="133"/>
                  <a:pt x="0" y="133"/>
                  <a:pt x="0" y="56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103120" y="3852000"/>
            <a:ext cx="41040" cy="41040"/>
          </a:xfrm>
          <a:custGeom>
            <a:avLst/>
            <a:gdLst/>
            <a:ahLst/>
            <a:rect l="0" t="0" r="r" b="b"/>
            <a:pathLst>
              <a:path fill="none" w="114" h="114">
                <a:moveTo>
                  <a:pt x="114" y="56"/>
                </a:moveTo>
                <a:cubicBezTo>
                  <a:pt x="114" y="133"/>
                  <a:pt x="0" y="133"/>
                  <a:pt x="0" y="56"/>
                </a:cubicBezTo>
                <a:cubicBezTo>
                  <a:pt x="0" y="-19"/>
                  <a:pt x="114" y="-19"/>
                  <a:pt x="114" y="56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080800" y="376092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080800" y="376092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6853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827800" y="2562840"/>
            <a:ext cx="6591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Coverage gap (main)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846520" y="2744280"/>
            <a:ext cx="452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8C8C8C"/>
                </a:solidFill>
                <a:effectLst/>
                <a:uFillTx/>
                <a:latin typeface="Arial"/>
                <a:ea typeface="Arial"/>
              </a:rPr>
              <a:t>Zero-filled (v1)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735720" y="2502360"/>
            <a:ext cx="2754360" cy="1468440"/>
          </a:xfrm>
          <a:custGeom>
            <a:avLst/>
            <a:gdLst/>
            <a:ahLst/>
            <a:rect l="0" t="0" r="r" b="b"/>
            <a:pathLst>
              <a:path w="7651" h="4079">
                <a:moveTo>
                  <a:pt x="0" y="0"/>
                </a:moveTo>
                <a:lnTo>
                  <a:pt x="7651" y="0"/>
                </a:lnTo>
                <a:lnTo>
                  <a:pt x="7651" y="4079"/>
                </a:lnTo>
                <a:lnTo>
                  <a:pt x="0" y="40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387360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 flipV="1">
            <a:off x="456192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 flipV="1">
            <a:off x="525060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5938920" y="2502360"/>
            <a:ext cx="0" cy="146808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3873600" y="2502360"/>
            <a:ext cx="0" cy="146808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796640" y="2600640"/>
            <a:ext cx="118044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933440" y="2782440"/>
            <a:ext cx="123084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869000" y="2691360"/>
            <a:ext cx="120384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4883760" y="2963880"/>
            <a:ext cx="116244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006520" y="3145680"/>
            <a:ext cx="120708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4952520" y="3054960"/>
            <a:ext cx="118404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4970880" y="3327480"/>
            <a:ext cx="127440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131440" y="3508920"/>
            <a:ext cx="134820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069520" y="3418200"/>
            <a:ext cx="130860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4264920" y="3690720"/>
            <a:ext cx="101988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442040" y="3872160"/>
            <a:ext cx="1079640" cy="0"/>
          </a:xfrm>
          <a:prstGeom prst="line">
            <a:avLst/>
          </a:prstGeom>
          <a:ln w="108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326480" y="3781440"/>
            <a:ext cx="1038600" cy="0"/>
          </a:xfrm>
          <a:prstGeom prst="line">
            <a:avLst/>
          </a:prstGeom>
          <a:ln w="10800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331240" y="258012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331240" y="258012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491080" y="276192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3"/>
                  <a:pt x="0" y="133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491080" y="276192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7"/>
                </a:moveTo>
                <a:cubicBezTo>
                  <a:pt x="115" y="133"/>
                  <a:pt x="0" y="133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414400" y="267084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414400" y="267084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410800" y="294336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410800" y="294336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554440" y="3125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554440" y="312516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489640" y="3034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489640" y="303444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547960" y="3306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547960" y="33069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42720" y="348840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742720" y="348840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662800" y="339768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662800" y="339768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4724280" y="367020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724280" y="367020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929120" y="38520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929120" y="385200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5400">
            <a:solidFill>
              <a:srgbClr val="A8A8A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794840" y="376092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794840" y="376092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6E6E6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826720" y="2653560"/>
            <a:ext cx="6242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Bounded imputation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830160" y="2363040"/>
            <a:ext cx="943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30160" y="3970440"/>
            <a:ext cx="275400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 flipV="1">
            <a:off x="96768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 flipV="1">
            <a:off x="165636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 flipV="1">
            <a:off x="234468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 flipV="1">
            <a:off x="303336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736080" y="2363040"/>
            <a:ext cx="5461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91728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60560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29428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735720" y="3970440"/>
            <a:ext cx="275400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387360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456192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525060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 flipV="1">
            <a:off x="5938920" y="3970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98260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82284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51152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519984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888520" y="4001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34680" y="2647080"/>
            <a:ext cx="18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Visits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69440" y="3010680"/>
            <a:ext cx="3520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Observers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18680" y="3373920"/>
            <a:ext cx="420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Birding days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45760" y="3737160"/>
            <a:ext cx="284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037680" y="4127760"/>
            <a:ext cx="12286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89720" y="2198160"/>
            <a:ext cx="1866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Robust to effort proxy and missing-data rule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0400" y="21474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TJ_Fig_specification_robustness</dc:title>
</cp:coreProperties>
</file>